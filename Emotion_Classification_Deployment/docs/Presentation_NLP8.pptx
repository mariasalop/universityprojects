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7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818DC3-545A-E8EA-ADBB-536A738570E0}" v="68" dt="2025-06-26T20:51:51.0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lop, Maria (230574)" userId="S::230574@buas.nl::d83a252e-9cde-4e70-9f24-460f08ff1e99" providerId="AD" clId="Web-{65818DC3-545A-E8EA-ADBB-536A738570E0}"/>
    <pc:docChg chg="addSld delSld modSld">
      <pc:chgData name="Salop, Maria (230574)" userId="S::230574@buas.nl::d83a252e-9cde-4e70-9f24-460f08ff1e99" providerId="AD" clId="Web-{65818DC3-545A-E8EA-ADBB-536A738570E0}" dt="2025-06-26T20:51:51.041" v="51" actId="1076"/>
      <pc:docMkLst>
        <pc:docMk/>
      </pc:docMkLst>
      <pc:sldChg chg="del">
        <pc:chgData name="Salop, Maria (230574)" userId="S::230574@buas.nl::d83a252e-9cde-4e70-9f24-460f08ff1e99" providerId="AD" clId="Web-{65818DC3-545A-E8EA-ADBB-536A738570E0}" dt="2025-06-26T20:46:43.420" v="1"/>
        <pc:sldMkLst>
          <pc:docMk/>
          <pc:sldMk cId="109857222" sldId="256"/>
        </pc:sldMkLst>
      </pc:sldChg>
      <pc:sldChg chg="addSp delSp modSp add">
        <pc:chgData name="Salop, Maria (230574)" userId="S::230574@buas.nl::d83a252e-9cde-4e70-9f24-460f08ff1e99" providerId="AD" clId="Web-{65818DC3-545A-E8EA-ADBB-536A738570E0}" dt="2025-06-26T20:51:51.041" v="51" actId="1076"/>
        <pc:sldMkLst>
          <pc:docMk/>
          <pc:sldMk cId="0" sldId="272"/>
        </pc:sldMkLst>
        <pc:spChg chg="add del">
          <ac:chgData name="Salop, Maria (230574)" userId="S::230574@buas.nl::d83a252e-9cde-4e70-9f24-460f08ff1e99" providerId="AD" clId="Web-{65818DC3-545A-E8EA-ADBB-536A738570E0}" dt="2025-06-26T20:50:49.304" v="30"/>
          <ac:spMkLst>
            <pc:docMk/>
            <pc:sldMk cId="0" sldId="272"/>
            <ac:spMk id="2" creationId="{F5223066-9A04-EE16-BC2B-42F052AB8898}"/>
          </ac:spMkLst>
        </pc:spChg>
        <pc:spChg chg="add mod">
          <ac:chgData name="Salop, Maria (230574)" userId="S::230574@buas.nl::d83a252e-9cde-4e70-9f24-460f08ff1e99" providerId="AD" clId="Web-{65818DC3-545A-E8EA-ADBB-536A738570E0}" dt="2025-06-26T20:51:46.400" v="50" actId="1076"/>
          <ac:spMkLst>
            <pc:docMk/>
            <pc:sldMk cId="0" sldId="272"/>
            <ac:spMk id="3" creationId="{4AD86448-4C51-CB48-1DF6-AA33D4E18D01}"/>
          </ac:spMkLst>
        </pc:spChg>
        <pc:spChg chg="mod">
          <ac:chgData name="Salop, Maria (230574)" userId="S::230574@buas.nl::d83a252e-9cde-4e70-9f24-460f08ff1e99" providerId="AD" clId="Web-{65818DC3-545A-E8EA-ADBB-536A738570E0}" dt="2025-06-26T20:51:51.041" v="51" actId="1076"/>
          <ac:spMkLst>
            <pc:docMk/>
            <pc:sldMk cId="0" sldId="272"/>
            <ac:spMk id="1756" creationId="{00000000-0000-0000-0000-000000000000}"/>
          </ac:spMkLst>
        </pc:spChg>
        <pc:spChg chg="mod">
          <ac:chgData name="Salop, Maria (230574)" userId="S::230574@buas.nl::d83a252e-9cde-4e70-9f24-460f08ff1e99" providerId="AD" clId="Web-{65818DC3-545A-E8EA-ADBB-536A738570E0}" dt="2025-06-26T20:49:47.536" v="28" actId="1076"/>
          <ac:spMkLst>
            <pc:docMk/>
            <pc:sldMk cId="0" sldId="272"/>
            <ac:spMk id="1757" creationId="{00000000-0000-0000-0000-000000000000}"/>
          </ac:spMkLst>
        </pc:spChg>
      </pc:sldChg>
      <pc:sldMasterChg chg="addSldLayout">
        <pc:chgData name="Salop, Maria (230574)" userId="S::230574@buas.nl::d83a252e-9cde-4e70-9f24-460f08ff1e99" providerId="AD" clId="Web-{65818DC3-545A-E8EA-ADBB-536A738570E0}" dt="2025-06-26T20:46:38.748" v="0"/>
        <pc:sldMasterMkLst>
          <pc:docMk/>
          <pc:sldMasterMk cId="2460954070" sldId="2147483660"/>
        </pc:sldMasterMkLst>
        <pc:sldLayoutChg chg="add">
          <pc:chgData name="Salop, Maria (230574)" userId="S::230574@buas.nl::d83a252e-9cde-4e70-9f24-460f08ff1e99" providerId="AD" clId="Web-{65818DC3-545A-E8EA-ADBB-536A738570E0}" dt="2025-06-26T20:46:38.748" v="0"/>
          <pc:sldLayoutMkLst>
            <pc:docMk/>
            <pc:sldMasterMk cId="2460954070" sldId="2147483660"/>
            <pc:sldLayoutMk cId="3068862352" sldId="2147483672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CF2BD1-C226-41AB-A88A-228E5082D2AD}" type="datetimeFigureOut">
              <a:t>6/26/2025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F337F7-4AD1-4BAF-9BAF-DB747768319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51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3" name="Google Shape;1753;g51b1a71d38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4" name="Google Shape;1754;g51b1a71d38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106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960000" y="1856300"/>
            <a:ext cx="10272000" cy="42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Karla Light"/>
              <a:buChar char="●"/>
              <a:defRPr/>
            </a:lvl1pPr>
            <a:lvl2pPr marL="1219170" lvl="1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 sz="1600"/>
            </a:lvl2pPr>
            <a:lvl3pPr marL="1828754" lvl="2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 sz="1600"/>
            </a:lvl3pPr>
            <a:lvl4pPr marL="2438339" lvl="3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 sz="1600"/>
            </a:lvl4pPr>
            <a:lvl5pPr marL="3047924" lvl="4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 sz="1600"/>
            </a:lvl5pPr>
            <a:lvl6pPr marL="3657509" lvl="5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 sz="1600"/>
            </a:lvl6pPr>
            <a:lvl7pPr marL="4267093" lvl="6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 sz="1600"/>
            </a:lvl7pPr>
            <a:lvl8pPr marL="4876678" lvl="7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 sz="1600"/>
            </a:lvl8pPr>
            <a:lvl9pPr marL="5486263" lvl="8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 sz="1600"/>
            </a:lvl9pPr>
          </a:lstStyle>
          <a:p>
            <a:endParaRPr/>
          </a:p>
        </p:txBody>
      </p:sp>
      <p:sp>
        <p:nvSpPr>
          <p:cNvPr id="31" name="Google Shape;31;p7"/>
          <p:cNvSpPr/>
          <p:nvPr/>
        </p:nvSpPr>
        <p:spPr>
          <a:xfrm rot="12319616" flipH="1">
            <a:off x="8606395" y="-2104735"/>
            <a:ext cx="6103839" cy="3616728"/>
          </a:xfrm>
          <a:custGeom>
            <a:avLst/>
            <a:gdLst/>
            <a:ahLst/>
            <a:cxnLst/>
            <a:rect l="l" t="t" r="r" b="b"/>
            <a:pathLst>
              <a:path w="91022" h="53936" extrusionOk="0">
                <a:moveTo>
                  <a:pt x="64732" y="0"/>
                </a:moveTo>
                <a:cubicBezTo>
                  <a:pt x="60987" y="0"/>
                  <a:pt x="56961" y="1498"/>
                  <a:pt x="52662" y="4755"/>
                </a:cubicBezTo>
                <a:cubicBezTo>
                  <a:pt x="50186" y="6639"/>
                  <a:pt x="47734" y="7283"/>
                  <a:pt x="45251" y="7283"/>
                </a:cubicBezTo>
                <a:cubicBezTo>
                  <a:pt x="39870" y="7283"/>
                  <a:pt x="34341" y="4259"/>
                  <a:pt x="28096" y="4259"/>
                </a:cubicBezTo>
                <a:cubicBezTo>
                  <a:pt x="25545" y="4259"/>
                  <a:pt x="22875" y="4763"/>
                  <a:pt x="20047" y="6184"/>
                </a:cubicBezTo>
                <a:cubicBezTo>
                  <a:pt x="6189" y="13128"/>
                  <a:pt x="1" y="30239"/>
                  <a:pt x="16168" y="30239"/>
                </a:cubicBezTo>
                <a:cubicBezTo>
                  <a:pt x="16632" y="30239"/>
                  <a:pt x="17115" y="30225"/>
                  <a:pt x="17616" y="30196"/>
                </a:cubicBezTo>
                <a:cubicBezTo>
                  <a:pt x="17955" y="30179"/>
                  <a:pt x="18283" y="30170"/>
                  <a:pt x="18599" y="30170"/>
                </a:cubicBezTo>
                <a:cubicBezTo>
                  <a:pt x="34375" y="30170"/>
                  <a:pt x="23003" y="51714"/>
                  <a:pt x="35521" y="51714"/>
                </a:cubicBezTo>
                <a:cubicBezTo>
                  <a:pt x="36113" y="51714"/>
                  <a:pt x="36759" y="51666"/>
                  <a:pt x="37464" y="51565"/>
                </a:cubicBezTo>
                <a:cubicBezTo>
                  <a:pt x="53331" y="49285"/>
                  <a:pt x="54790" y="53935"/>
                  <a:pt x="72905" y="42963"/>
                </a:cubicBezTo>
                <a:cubicBezTo>
                  <a:pt x="91021" y="31990"/>
                  <a:pt x="85125" y="15607"/>
                  <a:pt x="78194" y="7369"/>
                </a:cubicBezTo>
                <a:cubicBezTo>
                  <a:pt x="74217" y="2663"/>
                  <a:pt x="69724" y="0"/>
                  <a:pt x="64732" y="0"/>
                </a:cubicBezTo>
                <a:close/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3068862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6" name="Google Shape;1756;p43"/>
          <p:cNvSpPr txBox="1">
            <a:spLocks noGrp="1"/>
          </p:cNvSpPr>
          <p:nvPr>
            <p:ph type="body" idx="1"/>
          </p:nvPr>
        </p:nvSpPr>
        <p:spPr>
          <a:xfrm>
            <a:off x="655200" y="1608650"/>
            <a:ext cx="10272000" cy="4282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None/>
            </a:pPr>
            <a:r>
              <a:rPr lang="en" sz="1850" dirty="0">
                <a:latin typeface="Calibri"/>
              </a:rPr>
              <a:t>A cloud-based app for detecting emotions from text, audio, and YouTube videos, with automated deployment and retraining.</a:t>
            </a:r>
            <a:endParaRPr lang="en-US" dirty="0">
              <a:latin typeface="Calibri"/>
            </a:endParaRPr>
          </a:p>
          <a:p>
            <a:pPr marL="0" indent="0">
              <a:buNone/>
            </a:pPr>
            <a:endParaRPr lang="en" sz="1850" dirty="0">
              <a:latin typeface="Calibri"/>
            </a:endParaRPr>
          </a:p>
          <a:p>
            <a:pPr marL="0" indent="0">
              <a:buNone/>
            </a:pPr>
            <a:r>
              <a:rPr lang="en" sz="1850" b="1" dirty="0">
                <a:latin typeface="Fredoka One"/>
              </a:rPr>
              <a:t>Key Features:</a:t>
            </a:r>
            <a:endParaRPr lang="en" sz="1850" b="1" dirty="0" err="1">
              <a:latin typeface="Calibri"/>
            </a:endParaRPr>
          </a:p>
          <a:p>
            <a:pPr marL="0" indent="0">
              <a:buNone/>
            </a:pPr>
            <a:br>
              <a:rPr lang="en" sz="1850" b="1" dirty="0"/>
            </a:br>
            <a:r>
              <a:rPr lang="en" sz="1850" dirty="0">
                <a:latin typeface="Calibri"/>
              </a:rPr>
              <a:t>• Predict emotions from various input types (text, audio, YouTube)</a:t>
            </a:r>
            <a:br>
              <a:rPr lang="en" sz="1850" dirty="0">
                <a:latin typeface="Calibri"/>
              </a:rPr>
            </a:br>
            <a:r>
              <a:rPr lang="en" sz="1850" dirty="0">
                <a:latin typeface="Calibri"/>
              </a:rPr>
              <a:t> • Batch CSV processing and real-time API</a:t>
            </a:r>
            <a:br>
              <a:rPr lang="en" sz="1850" dirty="0">
                <a:latin typeface="Calibri"/>
              </a:rPr>
            </a:br>
            <a:r>
              <a:rPr lang="en" sz="1850" dirty="0">
                <a:latin typeface="Calibri"/>
              </a:rPr>
              <a:t> • Automated retraining and cloud deployment</a:t>
            </a:r>
            <a:br>
              <a:rPr lang="en" sz="1850" dirty="0">
                <a:latin typeface="Calibri"/>
              </a:rPr>
            </a:br>
            <a:r>
              <a:rPr lang="en" sz="1850" dirty="0">
                <a:latin typeface="Calibri"/>
              </a:rPr>
              <a:t> • Built with Python, Azure, Docker, </a:t>
            </a:r>
            <a:r>
              <a:rPr lang="en" sz="1850" dirty="0" err="1">
                <a:latin typeface="Calibri"/>
              </a:rPr>
              <a:t>FastAPI</a:t>
            </a:r>
            <a:r>
              <a:rPr lang="en" sz="1850" dirty="0">
                <a:latin typeface="Calibri"/>
              </a:rPr>
              <a:t>, </a:t>
            </a:r>
            <a:r>
              <a:rPr lang="en" sz="1850" dirty="0" err="1">
                <a:latin typeface="Calibri"/>
              </a:rPr>
              <a:t>Streamlit</a:t>
            </a:r>
            <a:endParaRPr lang="en" sz="1850" b="1" dirty="0">
              <a:latin typeface="Calibri"/>
            </a:endParaRPr>
          </a:p>
        </p:txBody>
      </p:sp>
      <p:sp>
        <p:nvSpPr>
          <p:cNvPr id="1757" name="Google Shape;1757;p43"/>
          <p:cNvSpPr txBox="1">
            <a:spLocks noGrp="1"/>
          </p:cNvSpPr>
          <p:nvPr>
            <p:ph type="title"/>
          </p:nvPr>
        </p:nvSpPr>
        <p:spPr>
          <a:xfrm>
            <a:off x="483750" y="652658"/>
            <a:ext cx="10272000" cy="1060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2800" dirty="0">
                <a:latin typeface="Fredoka One"/>
              </a:rPr>
              <a:t>Emotion Recognition </a:t>
            </a:r>
            <a:r>
              <a:rPr lang="en" sz="2800" err="1">
                <a:latin typeface="Fredoka One"/>
              </a:rPr>
              <a:t>MLOps</a:t>
            </a:r>
            <a:r>
              <a:rPr lang="en" sz="2800" dirty="0">
                <a:latin typeface="Fredoka One"/>
              </a:rPr>
              <a:t> Platform</a:t>
            </a:r>
            <a:endParaRPr lang="en-US" sz="2000" dirty="0"/>
          </a:p>
        </p:txBody>
      </p:sp>
      <p:sp>
        <p:nvSpPr>
          <p:cNvPr id="1758" name="Google Shape;1758;p43"/>
          <p:cNvSpPr/>
          <p:nvPr/>
        </p:nvSpPr>
        <p:spPr>
          <a:xfrm rot="1143653">
            <a:off x="7557841" y="5568901"/>
            <a:ext cx="6103944" cy="3616667"/>
          </a:xfrm>
          <a:custGeom>
            <a:avLst/>
            <a:gdLst/>
            <a:ahLst/>
            <a:cxnLst/>
            <a:rect l="l" t="t" r="r" b="b"/>
            <a:pathLst>
              <a:path w="91022" h="53936" extrusionOk="0">
                <a:moveTo>
                  <a:pt x="64732" y="0"/>
                </a:moveTo>
                <a:cubicBezTo>
                  <a:pt x="60987" y="0"/>
                  <a:pt x="56961" y="1498"/>
                  <a:pt x="52662" y="4755"/>
                </a:cubicBezTo>
                <a:cubicBezTo>
                  <a:pt x="50186" y="6639"/>
                  <a:pt x="47734" y="7283"/>
                  <a:pt x="45251" y="7283"/>
                </a:cubicBezTo>
                <a:cubicBezTo>
                  <a:pt x="39870" y="7283"/>
                  <a:pt x="34341" y="4259"/>
                  <a:pt x="28096" y="4259"/>
                </a:cubicBezTo>
                <a:cubicBezTo>
                  <a:pt x="25545" y="4259"/>
                  <a:pt x="22875" y="4763"/>
                  <a:pt x="20047" y="6184"/>
                </a:cubicBezTo>
                <a:cubicBezTo>
                  <a:pt x="6189" y="13128"/>
                  <a:pt x="1" y="30239"/>
                  <a:pt x="16168" y="30239"/>
                </a:cubicBezTo>
                <a:cubicBezTo>
                  <a:pt x="16632" y="30239"/>
                  <a:pt x="17115" y="30225"/>
                  <a:pt x="17616" y="30196"/>
                </a:cubicBezTo>
                <a:cubicBezTo>
                  <a:pt x="17955" y="30179"/>
                  <a:pt x="18283" y="30170"/>
                  <a:pt x="18599" y="30170"/>
                </a:cubicBezTo>
                <a:cubicBezTo>
                  <a:pt x="34375" y="30170"/>
                  <a:pt x="23003" y="51714"/>
                  <a:pt x="35521" y="51714"/>
                </a:cubicBezTo>
                <a:cubicBezTo>
                  <a:pt x="36113" y="51714"/>
                  <a:pt x="36759" y="51666"/>
                  <a:pt x="37464" y="51565"/>
                </a:cubicBezTo>
                <a:cubicBezTo>
                  <a:pt x="53331" y="49285"/>
                  <a:pt x="54790" y="53935"/>
                  <a:pt x="72905" y="42963"/>
                </a:cubicBezTo>
                <a:cubicBezTo>
                  <a:pt x="91021" y="31990"/>
                  <a:pt x="85125" y="15607"/>
                  <a:pt x="78194" y="7369"/>
                </a:cubicBezTo>
                <a:cubicBezTo>
                  <a:pt x="74217" y="2663"/>
                  <a:pt x="69724" y="0"/>
                  <a:pt x="64732" y="0"/>
                </a:cubicBezTo>
                <a:close/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grpSp>
        <p:nvGrpSpPr>
          <p:cNvPr id="1759" name="Google Shape;1759;p43"/>
          <p:cNvGrpSpPr/>
          <p:nvPr/>
        </p:nvGrpSpPr>
        <p:grpSpPr>
          <a:xfrm>
            <a:off x="10919818" y="2509434"/>
            <a:ext cx="994367" cy="961281"/>
            <a:chOff x="7684950" y="1724775"/>
            <a:chExt cx="745775" cy="720961"/>
          </a:xfrm>
        </p:grpSpPr>
        <p:sp>
          <p:nvSpPr>
            <p:cNvPr id="1760" name="Google Shape;1760;p43"/>
            <p:cNvSpPr/>
            <p:nvPr/>
          </p:nvSpPr>
          <p:spPr>
            <a:xfrm>
              <a:off x="7697343" y="1724775"/>
              <a:ext cx="720767" cy="720961"/>
            </a:xfrm>
            <a:custGeom>
              <a:avLst/>
              <a:gdLst/>
              <a:ahLst/>
              <a:cxnLst/>
              <a:rect l="l" t="t" r="r" b="b"/>
              <a:pathLst>
                <a:path w="25997" h="26004" extrusionOk="0">
                  <a:moveTo>
                    <a:pt x="12998" y="0"/>
                  </a:moveTo>
                  <a:cubicBezTo>
                    <a:pt x="5818" y="0"/>
                    <a:pt x="0" y="5825"/>
                    <a:pt x="0" y="13006"/>
                  </a:cubicBezTo>
                  <a:cubicBezTo>
                    <a:pt x="0" y="20179"/>
                    <a:pt x="5818" y="26004"/>
                    <a:pt x="12998" y="26004"/>
                  </a:cubicBezTo>
                  <a:cubicBezTo>
                    <a:pt x="20179" y="26004"/>
                    <a:pt x="25997" y="20179"/>
                    <a:pt x="25997" y="13006"/>
                  </a:cubicBezTo>
                  <a:cubicBezTo>
                    <a:pt x="25997" y="5825"/>
                    <a:pt x="20179" y="0"/>
                    <a:pt x="1299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1761" name="Google Shape;1761;p43"/>
            <p:cNvSpPr/>
            <p:nvPr/>
          </p:nvSpPr>
          <p:spPr>
            <a:xfrm>
              <a:off x="7700754" y="1768720"/>
              <a:ext cx="714141" cy="633073"/>
            </a:xfrm>
            <a:custGeom>
              <a:avLst/>
              <a:gdLst/>
              <a:ahLst/>
              <a:cxnLst/>
              <a:rect l="l" t="t" r="r" b="b"/>
              <a:pathLst>
                <a:path w="25758" h="22834" extrusionOk="0">
                  <a:moveTo>
                    <a:pt x="12870" y="0"/>
                  </a:moveTo>
                  <a:cubicBezTo>
                    <a:pt x="11577" y="0"/>
                    <a:pt x="10262" y="222"/>
                    <a:pt x="8977" y="688"/>
                  </a:cubicBezTo>
                  <a:cubicBezTo>
                    <a:pt x="3060" y="2845"/>
                    <a:pt x="1" y="9394"/>
                    <a:pt x="2150" y="15312"/>
                  </a:cubicBezTo>
                  <a:cubicBezTo>
                    <a:pt x="3834" y="19951"/>
                    <a:pt x="8215" y="22834"/>
                    <a:pt x="12881" y="22834"/>
                  </a:cubicBezTo>
                  <a:cubicBezTo>
                    <a:pt x="14174" y="22834"/>
                    <a:pt x="15489" y="22612"/>
                    <a:pt x="16774" y="22146"/>
                  </a:cubicBezTo>
                  <a:cubicBezTo>
                    <a:pt x="22699" y="19989"/>
                    <a:pt x="25758" y="13447"/>
                    <a:pt x="23601" y="7522"/>
                  </a:cubicBezTo>
                  <a:cubicBezTo>
                    <a:pt x="21917" y="2883"/>
                    <a:pt x="17536" y="0"/>
                    <a:pt x="128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1762" name="Google Shape;1762;p43"/>
            <p:cNvSpPr/>
            <p:nvPr/>
          </p:nvSpPr>
          <p:spPr>
            <a:xfrm>
              <a:off x="7684950" y="1754802"/>
              <a:ext cx="745775" cy="661019"/>
            </a:xfrm>
            <a:custGeom>
              <a:avLst/>
              <a:gdLst/>
              <a:ahLst/>
              <a:cxnLst/>
              <a:rect l="l" t="t" r="r" b="b"/>
              <a:pathLst>
                <a:path w="26899" h="23842" extrusionOk="0">
                  <a:moveTo>
                    <a:pt x="13431" y="1014"/>
                  </a:moveTo>
                  <a:cubicBezTo>
                    <a:pt x="17890" y="1014"/>
                    <a:pt x="22087" y="3769"/>
                    <a:pt x="23693" y="8194"/>
                  </a:cubicBezTo>
                  <a:cubicBezTo>
                    <a:pt x="25750" y="13849"/>
                    <a:pt x="22822" y="20113"/>
                    <a:pt x="17167" y="22170"/>
                  </a:cubicBezTo>
                  <a:cubicBezTo>
                    <a:pt x="15944" y="22614"/>
                    <a:pt x="14692" y="22824"/>
                    <a:pt x="13460" y="22824"/>
                  </a:cubicBezTo>
                  <a:cubicBezTo>
                    <a:pt x="9001" y="22824"/>
                    <a:pt x="4804" y="20069"/>
                    <a:pt x="3198" y="15644"/>
                  </a:cubicBezTo>
                  <a:cubicBezTo>
                    <a:pt x="1141" y="9989"/>
                    <a:pt x="4069" y="3725"/>
                    <a:pt x="9724" y="1668"/>
                  </a:cubicBezTo>
                  <a:cubicBezTo>
                    <a:pt x="10947" y="1224"/>
                    <a:pt x="12199" y="1014"/>
                    <a:pt x="13431" y="1014"/>
                  </a:cubicBezTo>
                  <a:close/>
                  <a:moveTo>
                    <a:pt x="13440" y="1"/>
                  </a:moveTo>
                  <a:cubicBezTo>
                    <a:pt x="12090" y="1"/>
                    <a:pt x="10718" y="232"/>
                    <a:pt x="9377" y="720"/>
                  </a:cubicBezTo>
                  <a:cubicBezTo>
                    <a:pt x="3198" y="2962"/>
                    <a:pt x="1" y="9812"/>
                    <a:pt x="2243" y="15991"/>
                  </a:cubicBezTo>
                  <a:cubicBezTo>
                    <a:pt x="3999" y="20831"/>
                    <a:pt x="8587" y="23842"/>
                    <a:pt x="13463" y="23842"/>
                  </a:cubicBezTo>
                  <a:cubicBezTo>
                    <a:pt x="14811" y="23842"/>
                    <a:pt x="16182" y="23612"/>
                    <a:pt x="17521" y="23126"/>
                  </a:cubicBezTo>
                  <a:cubicBezTo>
                    <a:pt x="23693" y="20876"/>
                    <a:pt x="26898" y="14026"/>
                    <a:pt x="24648" y="7847"/>
                  </a:cubicBezTo>
                  <a:cubicBezTo>
                    <a:pt x="22893" y="3014"/>
                    <a:pt x="18312" y="1"/>
                    <a:pt x="1344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1763" name="Google Shape;1763;p43"/>
            <p:cNvSpPr/>
            <p:nvPr/>
          </p:nvSpPr>
          <p:spPr>
            <a:xfrm>
              <a:off x="7826796" y="1825169"/>
              <a:ext cx="573381" cy="564675"/>
            </a:xfrm>
            <a:custGeom>
              <a:avLst/>
              <a:gdLst/>
              <a:ahLst/>
              <a:cxnLst/>
              <a:rect l="l" t="t" r="r" b="b"/>
              <a:pathLst>
                <a:path w="20681" h="20367" extrusionOk="0">
                  <a:moveTo>
                    <a:pt x="13800" y="0"/>
                  </a:moveTo>
                  <a:cubicBezTo>
                    <a:pt x="14586" y="940"/>
                    <a:pt x="15225" y="2042"/>
                    <a:pt x="15672" y="3259"/>
                  </a:cubicBezTo>
                  <a:cubicBezTo>
                    <a:pt x="17722" y="8923"/>
                    <a:pt x="14802" y="15171"/>
                    <a:pt x="9146" y="17228"/>
                  </a:cubicBezTo>
                  <a:cubicBezTo>
                    <a:pt x="7916" y="17676"/>
                    <a:pt x="6656" y="17888"/>
                    <a:pt x="5416" y="17888"/>
                  </a:cubicBezTo>
                  <a:cubicBezTo>
                    <a:pt x="3498" y="17888"/>
                    <a:pt x="1630" y="17379"/>
                    <a:pt x="1" y="16442"/>
                  </a:cubicBezTo>
                  <a:lnTo>
                    <a:pt x="1" y="16442"/>
                  </a:lnTo>
                  <a:cubicBezTo>
                    <a:pt x="2062" y="18922"/>
                    <a:pt x="5148" y="20366"/>
                    <a:pt x="8377" y="20366"/>
                  </a:cubicBezTo>
                  <a:cubicBezTo>
                    <a:pt x="9613" y="20366"/>
                    <a:pt x="10869" y="20155"/>
                    <a:pt x="12097" y="19709"/>
                  </a:cubicBezTo>
                  <a:cubicBezTo>
                    <a:pt x="17760" y="17652"/>
                    <a:pt x="20680" y="11396"/>
                    <a:pt x="18623" y="5740"/>
                  </a:cubicBezTo>
                  <a:cubicBezTo>
                    <a:pt x="17706" y="3213"/>
                    <a:pt x="15957" y="1241"/>
                    <a:pt x="13800" y="0"/>
                  </a:cubicBezTo>
                  <a:close/>
                </a:path>
              </a:pathLst>
            </a:custGeom>
            <a:solidFill>
              <a:srgbClr val="FFFFFF">
                <a:alpha val="1535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1764" name="Google Shape;1764;p43"/>
            <p:cNvSpPr/>
            <p:nvPr/>
          </p:nvSpPr>
          <p:spPr>
            <a:xfrm>
              <a:off x="7818894" y="1831962"/>
              <a:ext cx="153818" cy="132747"/>
            </a:xfrm>
            <a:custGeom>
              <a:avLst/>
              <a:gdLst/>
              <a:ahLst/>
              <a:cxnLst/>
              <a:rect l="l" t="t" r="r" b="b"/>
              <a:pathLst>
                <a:path w="5548" h="4788" extrusionOk="0">
                  <a:moveTo>
                    <a:pt x="4972" y="0"/>
                  </a:moveTo>
                  <a:cubicBezTo>
                    <a:pt x="4905" y="0"/>
                    <a:pt x="4836" y="13"/>
                    <a:pt x="4770" y="40"/>
                  </a:cubicBezTo>
                  <a:cubicBezTo>
                    <a:pt x="2851" y="865"/>
                    <a:pt x="1249" y="2236"/>
                    <a:pt x="147" y="4008"/>
                  </a:cubicBezTo>
                  <a:cubicBezTo>
                    <a:pt x="0" y="4247"/>
                    <a:pt x="78" y="4563"/>
                    <a:pt x="316" y="4710"/>
                  </a:cubicBezTo>
                  <a:cubicBezTo>
                    <a:pt x="401" y="4761"/>
                    <a:pt x="495" y="4787"/>
                    <a:pt x="586" y="4787"/>
                  </a:cubicBezTo>
                  <a:cubicBezTo>
                    <a:pt x="644" y="4787"/>
                    <a:pt x="702" y="4777"/>
                    <a:pt x="756" y="4756"/>
                  </a:cubicBezTo>
                  <a:cubicBezTo>
                    <a:pt x="856" y="4717"/>
                    <a:pt x="948" y="4648"/>
                    <a:pt x="1010" y="4548"/>
                  </a:cubicBezTo>
                  <a:cubicBezTo>
                    <a:pt x="2004" y="2953"/>
                    <a:pt x="3445" y="1712"/>
                    <a:pt x="5170" y="973"/>
                  </a:cubicBezTo>
                  <a:cubicBezTo>
                    <a:pt x="5432" y="857"/>
                    <a:pt x="5548" y="564"/>
                    <a:pt x="5440" y="302"/>
                  </a:cubicBezTo>
                  <a:cubicBezTo>
                    <a:pt x="5354" y="113"/>
                    <a:pt x="5169" y="0"/>
                    <a:pt x="49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1765" name="Google Shape;1765;p43"/>
            <p:cNvSpPr/>
            <p:nvPr/>
          </p:nvSpPr>
          <p:spPr>
            <a:xfrm>
              <a:off x="7888320" y="2158125"/>
              <a:ext cx="66041" cy="61161"/>
            </a:xfrm>
            <a:custGeom>
              <a:avLst/>
              <a:gdLst/>
              <a:ahLst/>
              <a:cxnLst/>
              <a:rect l="l" t="t" r="r" b="b"/>
              <a:pathLst>
                <a:path w="2382" h="2206" extrusionOk="0">
                  <a:moveTo>
                    <a:pt x="1193" y="0"/>
                  </a:moveTo>
                  <a:cubicBezTo>
                    <a:pt x="889" y="0"/>
                    <a:pt x="582" y="125"/>
                    <a:pt x="355" y="381"/>
                  </a:cubicBezTo>
                  <a:cubicBezTo>
                    <a:pt x="47" y="735"/>
                    <a:pt x="1" y="1274"/>
                    <a:pt x="247" y="1675"/>
                  </a:cubicBezTo>
                  <a:cubicBezTo>
                    <a:pt x="466" y="2024"/>
                    <a:pt x="829" y="2206"/>
                    <a:pt x="1195" y="2206"/>
                  </a:cubicBezTo>
                  <a:cubicBezTo>
                    <a:pt x="1498" y="2206"/>
                    <a:pt x="1803" y="2080"/>
                    <a:pt x="2027" y="1822"/>
                  </a:cubicBezTo>
                  <a:cubicBezTo>
                    <a:pt x="2335" y="1467"/>
                    <a:pt x="2381" y="935"/>
                    <a:pt x="2135" y="535"/>
                  </a:cubicBezTo>
                  <a:cubicBezTo>
                    <a:pt x="1920" y="181"/>
                    <a:pt x="1559" y="0"/>
                    <a:pt x="11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1766" name="Google Shape;1766;p43"/>
            <p:cNvSpPr/>
            <p:nvPr/>
          </p:nvSpPr>
          <p:spPr>
            <a:xfrm>
              <a:off x="8199793" y="2045005"/>
              <a:ext cx="66013" cy="61078"/>
            </a:xfrm>
            <a:custGeom>
              <a:avLst/>
              <a:gdLst/>
              <a:ahLst/>
              <a:cxnLst/>
              <a:rect l="l" t="t" r="r" b="b"/>
              <a:pathLst>
                <a:path w="2381" h="2203" extrusionOk="0">
                  <a:moveTo>
                    <a:pt x="1190" y="1"/>
                  </a:moveTo>
                  <a:cubicBezTo>
                    <a:pt x="885" y="1"/>
                    <a:pt x="579" y="126"/>
                    <a:pt x="355" y="385"/>
                  </a:cubicBezTo>
                  <a:cubicBezTo>
                    <a:pt x="46" y="739"/>
                    <a:pt x="0" y="1271"/>
                    <a:pt x="247" y="1672"/>
                  </a:cubicBezTo>
                  <a:cubicBezTo>
                    <a:pt x="461" y="2021"/>
                    <a:pt x="825" y="2202"/>
                    <a:pt x="1192" y="2202"/>
                  </a:cubicBezTo>
                  <a:cubicBezTo>
                    <a:pt x="1496" y="2202"/>
                    <a:pt x="1803" y="2077"/>
                    <a:pt x="2027" y="1818"/>
                  </a:cubicBezTo>
                  <a:cubicBezTo>
                    <a:pt x="2335" y="1464"/>
                    <a:pt x="2381" y="932"/>
                    <a:pt x="2134" y="531"/>
                  </a:cubicBezTo>
                  <a:cubicBezTo>
                    <a:pt x="1920" y="182"/>
                    <a:pt x="1556" y="1"/>
                    <a:pt x="119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1767" name="Google Shape;1767;p43"/>
            <p:cNvSpPr/>
            <p:nvPr/>
          </p:nvSpPr>
          <p:spPr>
            <a:xfrm>
              <a:off x="8138435" y="2023296"/>
              <a:ext cx="77602" cy="70338"/>
            </a:xfrm>
            <a:custGeom>
              <a:avLst/>
              <a:gdLst/>
              <a:ahLst/>
              <a:cxnLst/>
              <a:rect l="l" t="t" r="r" b="b"/>
              <a:pathLst>
                <a:path w="2799" h="2537" extrusionOk="0">
                  <a:moveTo>
                    <a:pt x="1417" y="0"/>
                  </a:moveTo>
                  <a:cubicBezTo>
                    <a:pt x="876" y="0"/>
                    <a:pt x="357" y="365"/>
                    <a:pt x="202" y="921"/>
                  </a:cubicBezTo>
                  <a:cubicBezTo>
                    <a:pt x="1" y="1685"/>
                    <a:pt x="621" y="2536"/>
                    <a:pt x="1395" y="2536"/>
                  </a:cubicBezTo>
                  <a:cubicBezTo>
                    <a:pt x="1449" y="2536"/>
                    <a:pt x="1503" y="2532"/>
                    <a:pt x="1558" y="2524"/>
                  </a:cubicBezTo>
                  <a:cubicBezTo>
                    <a:pt x="2406" y="2401"/>
                    <a:pt x="2799" y="1522"/>
                    <a:pt x="2568" y="829"/>
                  </a:cubicBezTo>
                  <a:cubicBezTo>
                    <a:pt x="2475" y="551"/>
                    <a:pt x="2275" y="297"/>
                    <a:pt x="1967" y="135"/>
                  </a:cubicBezTo>
                  <a:cubicBezTo>
                    <a:pt x="1790" y="43"/>
                    <a:pt x="1602" y="0"/>
                    <a:pt x="141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1768" name="Google Shape;1768;p43"/>
            <p:cNvSpPr/>
            <p:nvPr/>
          </p:nvSpPr>
          <p:spPr>
            <a:xfrm>
              <a:off x="8153851" y="2033138"/>
              <a:ext cx="28668" cy="25230"/>
            </a:xfrm>
            <a:custGeom>
              <a:avLst/>
              <a:gdLst/>
              <a:ahLst/>
              <a:cxnLst/>
              <a:rect l="l" t="t" r="r" b="b"/>
              <a:pathLst>
                <a:path w="1034" h="910" extrusionOk="0">
                  <a:moveTo>
                    <a:pt x="515" y="0"/>
                  </a:moveTo>
                  <a:cubicBezTo>
                    <a:pt x="464" y="0"/>
                    <a:pt x="412" y="9"/>
                    <a:pt x="363" y="27"/>
                  </a:cubicBezTo>
                  <a:cubicBezTo>
                    <a:pt x="124" y="112"/>
                    <a:pt x="1" y="374"/>
                    <a:pt x="93" y="613"/>
                  </a:cubicBezTo>
                  <a:cubicBezTo>
                    <a:pt x="160" y="794"/>
                    <a:pt x="335" y="909"/>
                    <a:pt x="520" y="909"/>
                  </a:cubicBezTo>
                  <a:cubicBezTo>
                    <a:pt x="570" y="909"/>
                    <a:pt x="621" y="900"/>
                    <a:pt x="671" y="882"/>
                  </a:cubicBezTo>
                  <a:cubicBezTo>
                    <a:pt x="910" y="797"/>
                    <a:pt x="1033" y="535"/>
                    <a:pt x="948" y="297"/>
                  </a:cubicBezTo>
                  <a:cubicBezTo>
                    <a:pt x="882" y="115"/>
                    <a:pt x="701" y="0"/>
                    <a:pt x="5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1769" name="Google Shape;1769;p43"/>
            <p:cNvSpPr/>
            <p:nvPr/>
          </p:nvSpPr>
          <p:spPr>
            <a:xfrm>
              <a:off x="7913245" y="2105114"/>
              <a:ext cx="77630" cy="70505"/>
            </a:xfrm>
            <a:custGeom>
              <a:avLst/>
              <a:gdLst/>
              <a:ahLst/>
              <a:cxnLst/>
              <a:rect l="l" t="t" r="r" b="b"/>
              <a:pathLst>
                <a:path w="2800" h="2543" extrusionOk="0">
                  <a:moveTo>
                    <a:pt x="1411" y="0"/>
                  </a:moveTo>
                  <a:cubicBezTo>
                    <a:pt x="870" y="0"/>
                    <a:pt x="353" y="366"/>
                    <a:pt x="203" y="929"/>
                  </a:cubicBezTo>
                  <a:cubicBezTo>
                    <a:pt x="1" y="1688"/>
                    <a:pt x="627" y="2543"/>
                    <a:pt x="1405" y="2543"/>
                  </a:cubicBezTo>
                  <a:cubicBezTo>
                    <a:pt x="1456" y="2543"/>
                    <a:pt x="1507" y="2539"/>
                    <a:pt x="1559" y="2532"/>
                  </a:cubicBezTo>
                  <a:cubicBezTo>
                    <a:pt x="2407" y="2401"/>
                    <a:pt x="2800" y="1522"/>
                    <a:pt x="2561" y="829"/>
                  </a:cubicBezTo>
                  <a:lnTo>
                    <a:pt x="2561" y="829"/>
                  </a:lnTo>
                  <a:lnTo>
                    <a:pt x="2561" y="837"/>
                  </a:lnTo>
                  <a:cubicBezTo>
                    <a:pt x="2469" y="551"/>
                    <a:pt x="2276" y="297"/>
                    <a:pt x="1960" y="135"/>
                  </a:cubicBezTo>
                  <a:cubicBezTo>
                    <a:pt x="1783" y="43"/>
                    <a:pt x="1596" y="0"/>
                    <a:pt x="141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1770" name="Google Shape;1770;p43"/>
            <p:cNvSpPr/>
            <p:nvPr/>
          </p:nvSpPr>
          <p:spPr>
            <a:xfrm>
              <a:off x="7934262" y="2113016"/>
              <a:ext cx="28418" cy="25230"/>
            </a:xfrm>
            <a:custGeom>
              <a:avLst/>
              <a:gdLst/>
              <a:ahLst/>
              <a:cxnLst/>
              <a:rect l="l" t="t" r="r" b="b"/>
              <a:pathLst>
                <a:path w="1025" h="910" extrusionOk="0">
                  <a:moveTo>
                    <a:pt x="510" y="1"/>
                  </a:moveTo>
                  <a:cubicBezTo>
                    <a:pt x="458" y="1"/>
                    <a:pt x="406" y="9"/>
                    <a:pt x="355" y="28"/>
                  </a:cubicBezTo>
                  <a:cubicBezTo>
                    <a:pt x="123" y="112"/>
                    <a:pt x="0" y="374"/>
                    <a:pt x="85" y="613"/>
                  </a:cubicBezTo>
                  <a:cubicBezTo>
                    <a:pt x="151" y="795"/>
                    <a:pt x="327" y="910"/>
                    <a:pt x="515" y="910"/>
                  </a:cubicBezTo>
                  <a:cubicBezTo>
                    <a:pt x="567" y="910"/>
                    <a:pt x="619" y="901"/>
                    <a:pt x="670" y="883"/>
                  </a:cubicBezTo>
                  <a:cubicBezTo>
                    <a:pt x="902" y="798"/>
                    <a:pt x="1025" y="536"/>
                    <a:pt x="940" y="297"/>
                  </a:cubicBezTo>
                  <a:cubicBezTo>
                    <a:pt x="874" y="116"/>
                    <a:pt x="698" y="1"/>
                    <a:pt x="5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1771" name="Google Shape;1771;p43"/>
            <p:cNvSpPr/>
            <p:nvPr/>
          </p:nvSpPr>
          <p:spPr>
            <a:xfrm>
              <a:off x="7864170" y="2055097"/>
              <a:ext cx="72889" cy="77297"/>
            </a:xfrm>
            <a:custGeom>
              <a:avLst/>
              <a:gdLst/>
              <a:ahLst/>
              <a:cxnLst/>
              <a:rect l="l" t="t" r="r" b="b"/>
              <a:pathLst>
                <a:path w="2629" h="2788" extrusionOk="0">
                  <a:moveTo>
                    <a:pt x="2207" y="1"/>
                  </a:moveTo>
                  <a:cubicBezTo>
                    <a:pt x="2176" y="1"/>
                    <a:pt x="2144" y="5"/>
                    <a:pt x="2112" y="13"/>
                  </a:cubicBezTo>
                  <a:cubicBezTo>
                    <a:pt x="394" y="460"/>
                    <a:pt x="1" y="1785"/>
                    <a:pt x="39" y="2432"/>
                  </a:cubicBezTo>
                  <a:cubicBezTo>
                    <a:pt x="54" y="2636"/>
                    <a:pt x="224" y="2787"/>
                    <a:pt x="425" y="2787"/>
                  </a:cubicBezTo>
                  <a:cubicBezTo>
                    <a:pt x="430" y="2787"/>
                    <a:pt x="435" y="2787"/>
                    <a:pt x="440" y="2787"/>
                  </a:cubicBezTo>
                  <a:cubicBezTo>
                    <a:pt x="479" y="2787"/>
                    <a:pt x="517" y="2779"/>
                    <a:pt x="548" y="2764"/>
                  </a:cubicBezTo>
                  <a:cubicBezTo>
                    <a:pt x="702" y="2710"/>
                    <a:pt x="810" y="2556"/>
                    <a:pt x="802" y="2386"/>
                  </a:cubicBezTo>
                  <a:cubicBezTo>
                    <a:pt x="802" y="2340"/>
                    <a:pt x="771" y="1146"/>
                    <a:pt x="2297" y="753"/>
                  </a:cubicBezTo>
                  <a:cubicBezTo>
                    <a:pt x="2497" y="699"/>
                    <a:pt x="2628" y="491"/>
                    <a:pt x="2574" y="291"/>
                  </a:cubicBezTo>
                  <a:cubicBezTo>
                    <a:pt x="2529" y="116"/>
                    <a:pt x="2375" y="1"/>
                    <a:pt x="220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1772" name="Google Shape;1772;p43"/>
            <p:cNvSpPr/>
            <p:nvPr/>
          </p:nvSpPr>
          <p:spPr>
            <a:xfrm>
              <a:off x="8138463" y="1965377"/>
              <a:ext cx="98091" cy="40395"/>
            </a:xfrm>
            <a:custGeom>
              <a:avLst/>
              <a:gdLst/>
              <a:ahLst/>
              <a:cxnLst/>
              <a:rect l="l" t="t" r="r" b="b"/>
              <a:pathLst>
                <a:path w="3538" h="1457" extrusionOk="0">
                  <a:moveTo>
                    <a:pt x="1591" y="1"/>
                  </a:moveTo>
                  <a:cubicBezTo>
                    <a:pt x="1197" y="1"/>
                    <a:pt x="754" y="91"/>
                    <a:pt x="271" y="321"/>
                  </a:cubicBezTo>
                  <a:cubicBezTo>
                    <a:pt x="86" y="414"/>
                    <a:pt x="1" y="645"/>
                    <a:pt x="93" y="830"/>
                  </a:cubicBezTo>
                  <a:cubicBezTo>
                    <a:pt x="161" y="970"/>
                    <a:pt x="297" y="1049"/>
                    <a:pt x="441" y="1049"/>
                  </a:cubicBezTo>
                  <a:cubicBezTo>
                    <a:pt x="495" y="1049"/>
                    <a:pt x="549" y="1038"/>
                    <a:pt x="602" y="1015"/>
                  </a:cubicBezTo>
                  <a:cubicBezTo>
                    <a:pt x="982" y="834"/>
                    <a:pt x="1313" y="767"/>
                    <a:pt x="1595" y="767"/>
                  </a:cubicBezTo>
                  <a:cubicBezTo>
                    <a:pt x="2371" y="767"/>
                    <a:pt x="2775" y="1274"/>
                    <a:pt x="2798" y="1308"/>
                  </a:cubicBezTo>
                  <a:cubicBezTo>
                    <a:pt x="2875" y="1402"/>
                    <a:pt x="2989" y="1456"/>
                    <a:pt x="3104" y="1456"/>
                  </a:cubicBezTo>
                  <a:cubicBezTo>
                    <a:pt x="3149" y="1456"/>
                    <a:pt x="3194" y="1448"/>
                    <a:pt x="3237" y="1431"/>
                  </a:cubicBezTo>
                  <a:lnTo>
                    <a:pt x="3229" y="1431"/>
                  </a:lnTo>
                  <a:cubicBezTo>
                    <a:pt x="3268" y="1423"/>
                    <a:pt x="3299" y="1400"/>
                    <a:pt x="3329" y="1377"/>
                  </a:cubicBezTo>
                  <a:cubicBezTo>
                    <a:pt x="3499" y="1254"/>
                    <a:pt x="3537" y="1015"/>
                    <a:pt x="3406" y="845"/>
                  </a:cubicBezTo>
                  <a:cubicBezTo>
                    <a:pt x="3143" y="485"/>
                    <a:pt x="2500" y="1"/>
                    <a:pt x="159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1773" name="Google Shape;1773;p43"/>
            <p:cNvSpPr/>
            <p:nvPr/>
          </p:nvSpPr>
          <p:spPr>
            <a:xfrm>
              <a:off x="8011589" y="2066298"/>
              <a:ext cx="105327" cy="94875"/>
            </a:xfrm>
            <a:custGeom>
              <a:avLst/>
              <a:gdLst/>
              <a:ahLst/>
              <a:cxnLst/>
              <a:rect l="l" t="t" r="r" b="b"/>
              <a:pathLst>
                <a:path w="3799" h="3422" extrusionOk="0">
                  <a:moveTo>
                    <a:pt x="3020" y="0"/>
                  </a:moveTo>
                  <a:cubicBezTo>
                    <a:pt x="2974" y="0"/>
                    <a:pt x="2928" y="8"/>
                    <a:pt x="2882" y="25"/>
                  </a:cubicBezTo>
                  <a:lnTo>
                    <a:pt x="270" y="973"/>
                  </a:lnTo>
                  <a:cubicBezTo>
                    <a:pt x="100" y="1042"/>
                    <a:pt x="0" y="1219"/>
                    <a:pt x="46" y="1397"/>
                  </a:cubicBezTo>
                  <a:cubicBezTo>
                    <a:pt x="185" y="1897"/>
                    <a:pt x="385" y="2421"/>
                    <a:pt x="725" y="2807"/>
                  </a:cubicBezTo>
                  <a:cubicBezTo>
                    <a:pt x="871" y="2992"/>
                    <a:pt x="1056" y="3138"/>
                    <a:pt x="1264" y="3254"/>
                  </a:cubicBezTo>
                  <a:cubicBezTo>
                    <a:pt x="1486" y="3368"/>
                    <a:pt x="1735" y="3421"/>
                    <a:pt x="1986" y="3421"/>
                  </a:cubicBezTo>
                  <a:cubicBezTo>
                    <a:pt x="2666" y="3421"/>
                    <a:pt x="3367" y="3032"/>
                    <a:pt x="3637" y="2414"/>
                  </a:cubicBezTo>
                  <a:cubicBezTo>
                    <a:pt x="3776" y="2090"/>
                    <a:pt x="3799" y="1736"/>
                    <a:pt x="3760" y="1389"/>
                  </a:cubicBezTo>
                  <a:cubicBezTo>
                    <a:pt x="3760" y="1366"/>
                    <a:pt x="3745" y="1297"/>
                    <a:pt x="3722" y="1196"/>
                  </a:cubicBezTo>
                  <a:cubicBezTo>
                    <a:pt x="3660" y="950"/>
                    <a:pt x="3514" y="557"/>
                    <a:pt x="3398" y="264"/>
                  </a:cubicBezTo>
                  <a:cubicBezTo>
                    <a:pt x="3338" y="102"/>
                    <a:pt x="3184" y="0"/>
                    <a:pt x="30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1774" name="Google Shape;1774;p43"/>
            <p:cNvSpPr/>
            <p:nvPr/>
          </p:nvSpPr>
          <p:spPr>
            <a:xfrm>
              <a:off x="8000055" y="2055818"/>
              <a:ext cx="127757" cy="115863"/>
            </a:xfrm>
            <a:custGeom>
              <a:avLst/>
              <a:gdLst/>
              <a:ahLst/>
              <a:cxnLst/>
              <a:rect l="l" t="t" r="r" b="b"/>
              <a:pathLst>
                <a:path w="4608" h="4179" extrusionOk="0">
                  <a:moveTo>
                    <a:pt x="3442" y="762"/>
                  </a:moveTo>
                  <a:cubicBezTo>
                    <a:pt x="3452" y="762"/>
                    <a:pt x="3460" y="768"/>
                    <a:pt x="3460" y="773"/>
                  </a:cubicBezTo>
                  <a:cubicBezTo>
                    <a:pt x="3614" y="1174"/>
                    <a:pt x="3722" y="1490"/>
                    <a:pt x="3768" y="1667"/>
                  </a:cubicBezTo>
                  <a:cubicBezTo>
                    <a:pt x="3783" y="1728"/>
                    <a:pt x="3791" y="1782"/>
                    <a:pt x="3799" y="1813"/>
                  </a:cubicBezTo>
                  <a:cubicBezTo>
                    <a:pt x="3837" y="2129"/>
                    <a:pt x="3806" y="2406"/>
                    <a:pt x="3706" y="2638"/>
                  </a:cubicBezTo>
                  <a:cubicBezTo>
                    <a:pt x="3575" y="2938"/>
                    <a:pt x="3290" y="3192"/>
                    <a:pt x="2928" y="3323"/>
                  </a:cubicBezTo>
                  <a:lnTo>
                    <a:pt x="2913" y="3323"/>
                  </a:lnTo>
                  <a:cubicBezTo>
                    <a:pt x="2742" y="3387"/>
                    <a:pt x="2569" y="3418"/>
                    <a:pt x="2402" y="3418"/>
                  </a:cubicBezTo>
                  <a:cubicBezTo>
                    <a:pt x="2206" y="3418"/>
                    <a:pt x="2019" y="3376"/>
                    <a:pt x="1857" y="3293"/>
                  </a:cubicBezTo>
                  <a:cubicBezTo>
                    <a:pt x="1695" y="3208"/>
                    <a:pt x="1557" y="3092"/>
                    <a:pt x="1426" y="2938"/>
                  </a:cubicBezTo>
                  <a:cubicBezTo>
                    <a:pt x="1187" y="2653"/>
                    <a:pt x="994" y="2245"/>
                    <a:pt x="840" y="1705"/>
                  </a:cubicBezTo>
                  <a:lnTo>
                    <a:pt x="3429" y="765"/>
                  </a:lnTo>
                  <a:cubicBezTo>
                    <a:pt x="3433" y="763"/>
                    <a:pt x="3438" y="762"/>
                    <a:pt x="3442" y="762"/>
                  </a:cubicBezTo>
                  <a:close/>
                  <a:moveTo>
                    <a:pt x="3436" y="1"/>
                  </a:moveTo>
                  <a:cubicBezTo>
                    <a:pt x="3347" y="1"/>
                    <a:pt x="3256" y="16"/>
                    <a:pt x="3167" y="49"/>
                  </a:cubicBezTo>
                  <a:lnTo>
                    <a:pt x="555" y="996"/>
                  </a:lnTo>
                  <a:cubicBezTo>
                    <a:pt x="201" y="1127"/>
                    <a:pt x="0" y="1513"/>
                    <a:pt x="100" y="1875"/>
                  </a:cubicBezTo>
                  <a:cubicBezTo>
                    <a:pt x="285" y="2545"/>
                    <a:pt x="524" y="3054"/>
                    <a:pt x="848" y="3431"/>
                  </a:cubicBezTo>
                  <a:cubicBezTo>
                    <a:pt x="1040" y="3655"/>
                    <a:pt x="1264" y="3840"/>
                    <a:pt x="1510" y="3963"/>
                  </a:cubicBezTo>
                  <a:cubicBezTo>
                    <a:pt x="1784" y="4106"/>
                    <a:pt x="2094" y="4178"/>
                    <a:pt x="2415" y="4178"/>
                  </a:cubicBezTo>
                  <a:cubicBezTo>
                    <a:pt x="2663" y="4178"/>
                    <a:pt x="2918" y="4135"/>
                    <a:pt x="3167" y="4048"/>
                  </a:cubicBezTo>
                  <a:lnTo>
                    <a:pt x="3182" y="4040"/>
                  </a:lnTo>
                  <a:cubicBezTo>
                    <a:pt x="3745" y="3832"/>
                    <a:pt x="4192" y="3439"/>
                    <a:pt x="4407" y="2938"/>
                  </a:cubicBezTo>
                  <a:cubicBezTo>
                    <a:pt x="4561" y="2584"/>
                    <a:pt x="4608" y="2175"/>
                    <a:pt x="4554" y="1736"/>
                  </a:cubicBezTo>
                  <a:cubicBezTo>
                    <a:pt x="4554" y="1713"/>
                    <a:pt x="4554" y="1659"/>
                    <a:pt x="4508" y="1482"/>
                  </a:cubicBezTo>
                  <a:cubicBezTo>
                    <a:pt x="4454" y="1266"/>
                    <a:pt x="4338" y="943"/>
                    <a:pt x="4169" y="503"/>
                  </a:cubicBezTo>
                  <a:cubicBezTo>
                    <a:pt x="4049" y="191"/>
                    <a:pt x="3751" y="1"/>
                    <a:pt x="34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1775" name="Google Shape;1775;p43"/>
            <p:cNvSpPr/>
            <p:nvPr/>
          </p:nvSpPr>
          <p:spPr>
            <a:xfrm>
              <a:off x="8039787" y="2103645"/>
              <a:ext cx="66457" cy="46966"/>
            </a:xfrm>
            <a:custGeom>
              <a:avLst/>
              <a:gdLst/>
              <a:ahLst/>
              <a:cxnLst/>
              <a:rect l="l" t="t" r="r" b="b"/>
              <a:pathLst>
                <a:path w="2397" h="1694" extrusionOk="0">
                  <a:moveTo>
                    <a:pt x="2057" y="0"/>
                  </a:moveTo>
                  <a:cubicBezTo>
                    <a:pt x="1795" y="0"/>
                    <a:pt x="1520" y="48"/>
                    <a:pt x="1248" y="150"/>
                  </a:cubicBezTo>
                  <a:cubicBezTo>
                    <a:pt x="647" y="366"/>
                    <a:pt x="193" y="789"/>
                    <a:pt x="0" y="1252"/>
                  </a:cubicBezTo>
                  <a:cubicBezTo>
                    <a:pt x="116" y="1383"/>
                    <a:pt x="247" y="1498"/>
                    <a:pt x="409" y="1575"/>
                  </a:cubicBezTo>
                  <a:cubicBezTo>
                    <a:pt x="573" y="1656"/>
                    <a:pt x="758" y="1693"/>
                    <a:pt x="945" y="1693"/>
                  </a:cubicBezTo>
                  <a:cubicBezTo>
                    <a:pt x="1477" y="1693"/>
                    <a:pt x="2036" y="1393"/>
                    <a:pt x="2258" y="920"/>
                  </a:cubicBezTo>
                  <a:cubicBezTo>
                    <a:pt x="2373" y="681"/>
                    <a:pt x="2397" y="420"/>
                    <a:pt x="2366" y="165"/>
                  </a:cubicBezTo>
                  <a:cubicBezTo>
                    <a:pt x="2366" y="142"/>
                    <a:pt x="2350" y="88"/>
                    <a:pt x="2335" y="19"/>
                  </a:cubicBezTo>
                  <a:cubicBezTo>
                    <a:pt x="2245" y="7"/>
                    <a:pt x="2152" y="0"/>
                    <a:pt x="2057" y="0"/>
                  </a:cubicBezTo>
                  <a:close/>
                </a:path>
              </a:pathLst>
            </a:custGeom>
            <a:solidFill>
              <a:srgbClr val="FFFFFF">
                <a:alpha val="1535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</p:grpSp>
      <p:grpSp>
        <p:nvGrpSpPr>
          <p:cNvPr id="1776" name="Google Shape;1776;p43"/>
          <p:cNvGrpSpPr/>
          <p:nvPr/>
        </p:nvGrpSpPr>
        <p:grpSpPr>
          <a:xfrm>
            <a:off x="8649566" y="3279919"/>
            <a:ext cx="1732957" cy="1578748"/>
            <a:chOff x="6800675" y="2463101"/>
            <a:chExt cx="784380" cy="714581"/>
          </a:xfrm>
        </p:grpSpPr>
        <p:sp>
          <p:nvSpPr>
            <p:cNvPr id="1777" name="Google Shape;1777;p43"/>
            <p:cNvSpPr/>
            <p:nvPr/>
          </p:nvSpPr>
          <p:spPr>
            <a:xfrm>
              <a:off x="6800675" y="2463101"/>
              <a:ext cx="784380" cy="714581"/>
            </a:xfrm>
            <a:custGeom>
              <a:avLst/>
              <a:gdLst/>
              <a:ahLst/>
              <a:cxnLst/>
              <a:rect l="l" t="t" r="r" b="b"/>
              <a:pathLst>
                <a:path w="30027" h="27355" extrusionOk="0">
                  <a:moveTo>
                    <a:pt x="15009" y="1"/>
                  </a:moveTo>
                  <a:cubicBezTo>
                    <a:pt x="11509" y="1"/>
                    <a:pt x="8010" y="1335"/>
                    <a:pt x="5340" y="4005"/>
                  </a:cubicBezTo>
                  <a:cubicBezTo>
                    <a:pt x="0" y="9345"/>
                    <a:pt x="0" y="18005"/>
                    <a:pt x="5340" y="23344"/>
                  </a:cubicBezTo>
                  <a:cubicBezTo>
                    <a:pt x="8010" y="26018"/>
                    <a:pt x="11509" y="27355"/>
                    <a:pt x="15009" y="27355"/>
                  </a:cubicBezTo>
                  <a:cubicBezTo>
                    <a:pt x="18509" y="27355"/>
                    <a:pt x="22009" y="26018"/>
                    <a:pt x="24679" y="23344"/>
                  </a:cubicBezTo>
                  <a:cubicBezTo>
                    <a:pt x="30026" y="18005"/>
                    <a:pt x="30026" y="9345"/>
                    <a:pt x="24679" y="4005"/>
                  </a:cubicBezTo>
                  <a:cubicBezTo>
                    <a:pt x="22009" y="1335"/>
                    <a:pt x="18509" y="1"/>
                    <a:pt x="150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4000"/>
                </a:scheme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1778" name="Google Shape;1778;p43"/>
            <p:cNvSpPr/>
            <p:nvPr/>
          </p:nvSpPr>
          <p:spPr>
            <a:xfrm>
              <a:off x="6869719" y="2506805"/>
              <a:ext cx="646088" cy="627227"/>
            </a:xfrm>
            <a:custGeom>
              <a:avLst/>
              <a:gdLst/>
              <a:ahLst/>
              <a:cxnLst/>
              <a:rect l="l" t="t" r="r" b="b"/>
              <a:pathLst>
                <a:path w="24733" h="24011" extrusionOk="0">
                  <a:moveTo>
                    <a:pt x="12345" y="0"/>
                  </a:moveTo>
                  <a:cubicBezTo>
                    <a:pt x="6034" y="0"/>
                    <a:pt x="749" y="4935"/>
                    <a:pt x="385" y="11316"/>
                  </a:cubicBezTo>
                  <a:cubicBezTo>
                    <a:pt x="0" y="17934"/>
                    <a:pt x="5062" y="23613"/>
                    <a:pt x="11681" y="23990"/>
                  </a:cubicBezTo>
                  <a:cubicBezTo>
                    <a:pt x="11914" y="24004"/>
                    <a:pt x="12145" y="24010"/>
                    <a:pt x="12376" y="24010"/>
                  </a:cubicBezTo>
                  <a:cubicBezTo>
                    <a:pt x="18692" y="24010"/>
                    <a:pt x="23991" y="19080"/>
                    <a:pt x="24355" y="12687"/>
                  </a:cubicBezTo>
                  <a:cubicBezTo>
                    <a:pt x="24733" y="6069"/>
                    <a:pt x="19678" y="398"/>
                    <a:pt x="13052" y="21"/>
                  </a:cubicBezTo>
                  <a:cubicBezTo>
                    <a:pt x="12815" y="7"/>
                    <a:pt x="12579" y="0"/>
                    <a:pt x="1234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1779" name="Google Shape;1779;p43"/>
            <p:cNvSpPr/>
            <p:nvPr/>
          </p:nvSpPr>
          <p:spPr>
            <a:xfrm>
              <a:off x="6855429" y="2492699"/>
              <a:ext cx="674875" cy="655257"/>
            </a:xfrm>
            <a:custGeom>
              <a:avLst/>
              <a:gdLst/>
              <a:ahLst/>
              <a:cxnLst/>
              <a:rect l="l" t="t" r="r" b="b"/>
              <a:pathLst>
                <a:path w="25835" h="25084" extrusionOk="0">
                  <a:moveTo>
                    <a:pt x="12911" y="1073"/>
                  </a:moveTo>
                  <a:cubicBezTo>
                    <a:pt x="13132" y="1073"/>
                    <a:pt x="13353" y="1080"/>
                    <a:pt x="13576" y="1092"/>
                  </a:cubicBezTo>
                  <a:cubicBezTo>
                    <a:pt x="19886" y="1454"/>
                    <a:pt x="24733" y="6886"/>
                    <a:pt x="24371" y="13204"/>
                  </a:cubicBezTo>
                  <a:cubicBezTo>
                    <a:pt x="24021" y="19292"/>
                    <a:pt x="18953" y="24018"/>
                    <a:pt x="12922" y="24018"/>
                  </a:cubicBezTo>
                  <a:cubicBezTo>
                    <a:pt x="12702" y="24018"/>
                    <a:pt x="12481" y="24012"/>
                    <a:pt x="12259" y="23999"/>
                  </a:cubicBezTo>
                  <a:cubicBezTo>
                    <a:pt x="5941" y="23637"/>
                    <a:pt x="1102" y="18205"/>
                    <a:pt x="1464" y="11887"/>
                  </a:cubicBezTo>
                  <a:cubicBezTo>
                    <a:pt x="1813" y="5792"/>
                    <a:pt x="6881" y="1073"/>
                    <a:pt x="12911" y="1073"/>
                  </a:cubicBezTo>
                  <a:close/>
                  <a:moveTo>
                    <a:pt x="12909" y="1"/>
                  </a:moveTo>
                  <a:cubicBezTo>
                    <a:pt x="6318" y="1"/>
                    <a:pt x="780" y="5163"/>
                    <a:pt x="393" y="11825"/>
                  </a:cubicBezTo>
                  <a:cubicBezTo>
                    <a:pt x="0" y="18729"/>
                    <a:pt x="5293" y="24669"/>
                    <a:pt x="12197" y="25062"/>
                  </a:cubicBezTo>
                  <a:cubicBezTo>
                    <a:pt x="12443" y="25076"/>
                    <a:pt x="12687" y="25083"/>
                    <a:pt x="12930" y="25083"/>
                  </a:cubicBezTo>
                  <a:cubicBezTo>
                    <a:pt x="19516" y="25083"/>
                    <a:pt x="25055" y="19916"/>
                    <a:pt x="25434" y="13258"/>
                  </a:cubicBezTo>
                  <a:cubicBezTo>
                    <a:pt x="25834" y="6355"/>
                    <a:pt x="20534" y="422"/>
                    <a:pt x="13630" y="21"/>
                  </a:cubicBezTo>
                  <a:cubicBezTo>
                    <a:pt x="13388" y="8"/>
                    <a:pt x="13148" y="1"/>
                    <a:pt x="1290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1780" name="Google Shape;1780;p43"/>
            <p:cNvSpPr/>
            <p:nvPr/>
          </p:nvSpPr>
          <p:spPr>
            <a:xfrm>
              <a:off x="6906552" y="2643403"/>
              <a:ext cx="589141" cy="478538"/>
            </a:xfrm>
            <a:custGeom>
              <a:avLst/>
              <a:gdLst/>
              <a:ahLst/>
              <a:cxnLst/>
              <a:rect l="l" t="t" r="r" b="b"/>
              <a:pathLst>
                <a:path w="22553" h="18319" extrusionOk="0">
                  <a:moveTo>
                    <a:pt x="20117" y="0"/>
                  </a:moveTo>
                  <a:lnTo>
                    <a:pt x="20117" y="0"/>
                  </a:lnTo>
                  <a:cubicBezTo>
                    <a:pt x="20480" y="1241"/>
                    <a:pt x="20649" y="2558"/>
                    <a:pt x="20572" y="3922"/>
                  </a:cubicBezTo>
                  <a:cubicBezTo>
                    <a:pt x="20223" y="10002"/>
                    <a:pt x="15177" y="14705"/>
                    <a:pt x="9157" y="14705"/>
                  </a:cubicBezTo>
                  <a:cubicBezTo>
                    <a:pt x="8936" y="14705"/>
                    <a:pt x="8714" y="14698"/>
                    <a:pt x="8491" y="14686"/>
                  </a:cubicBezTo>
                  <a:cubicBezTo>
                    <a:pt x="4993" y="14485"/>
                    <a:pt x="1957" y="12736"/>
                    <a:pt x="0" y="10132"/>
                  </a:cubicBezTo>
                  <a:lnTo>
                    <a:pt x="0" y="10132"/>
                  </a:lnTo>
                  <a:cubicBezTo>
                    <a:pt x="1333" y="14624"/>
                    <a:pt x="5370" y="18014"/>
                    <a:pt x="10317" y="18299"/>
                  </a:cubicBezTo>
                  <a:cubicBezTo>
                    <a:pt x="10540" y="18312"/>
                    <a:pt x="10762" y="18318"/>
                    <a:pt x="10983" y="18318"/>
                  </a:cubicBezTo>
                  <a:cubicBezTo>
                    <a:pt x="17003" y="18318"/>
                    <a:pt x="22041" y="13615"/>
                    <a:pt x="22390" y="7535"/>
                  </a:cubicBezTo>
                  <a:cubicBezTo>
                    <a:pt x="22552" y="4723"/>
                    <a:pt x="21682" y="2088"/>
                    <a:pt x="20117" y="0"/>
                  </a:cubicBezTo>
                  <a:close/>
                </a:path>
              </a:pathLst>
            </a:custGeom>
            <a:solidFill>
              <a:srgbClr val="FFFFFF">
                <a:alpha val="1535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1781" name="Google Shape;1781;p43"/>
            <p:cNvSpPr/>
            <p:nvPr/>
          </p:nvSpPr>
          <p:spPr>
            <a:xfrm>
              <a:off x="7026693" y="2548785"/>
              <a:ext cx="181786" cy="75755"/>
            </a:xfrm>
            <a:custGeom>
              <a:avLst/>
              <a:gdLst/>
              <a:ahLst/>
              <a:cxnLst/>
              <a:rect l="l" t="t" r="r" b="b"/>
              <a:pathLst>
                <a:path w="6959" h="2900" extrusionOk="0">
                  <a:moveTo>
                    <a:pt x="6419" y="1"/>
                  </a:moveTo>
                  <a:cubicBezTo>
                    <a:pt x="4223" y="1"/>
                    <a:pt x="2104" y="671"/>
                    <a:pt x="301" y="1927"/>
                  </a:cubicBezTo>
                  <a:cubicBezTo>
                    <a:pt x="63" y="2097"/>
                    <a:pt x="1" y="2428"/>
                    <a:pt x="170" y="2674"/>
                  </a:cubicBezTo>
                  <a:cubicBezTo>
                    <a:pt x="271" y="2813"/>
                    <a:pt x="425" y="2890"/>
                    <a:pt x="579" y="2898"/>
                  </a:cubicBezTo>
                  <a:cubicBezTo>
                    <a:pt x="590" y="2899"/>
                    <a:pt x="602" y="2899"/>
                    <a:pt x="613" y="2899"/>
                  </a:cubicBezTo>
                  <a:cubicBezTo>
                    <a:pt x="717" y="2899"/>
                    <a:pt x="821" y="2867"/>
                    <a:pt x="918" y="2798"/>
                  </a:cubicBezTo>
                  <a:cubicBezTo>
                    <a:pt x="2536" y="1673"/>
                    <a:pt x="4439" y="1072"/>
                    <a:pt x="6419" y="1072"/>
                  </a:cubicBezTo>
                  <a:cubicBezTo>
                    <a:pt x="6720" y="1072"/>
                    <a:pt x="6958" y="833"/>
                    <a:pt x="6958" y="540"/>
                  </a:cubicBezTo>
                  <a:cubicBezTo>
                    <a:pt x="6958" y="240"/>
                    <a:pt x="6720" y="9"/>
                    <a:pt x="64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1782" name="Google Shape;1782;p43"/>
            <p:cNvSpPr/>
            <p:nvPr/>
          </p:nvSpPr>
          <p:spPr>
            <a:xfrm>
              <a:off x="6996311" y="2830889"/>
              <a:ext cx="63817" cy="60709"/>
            </a:xfrm>
            <a:custGeom>
              <a:avLst/>
              <a:gdLst/>
              <a:ahLst/>
              <a:cxnLst/>
              <a:rect l="l" t="t" r="r" b="b"/>
              <a:pathLst>
                <a:path w="2443" h="2324" extrusionOk="0">
                  <a:moveTo>
                    <a:pt x="1221" y="1"/>
                  </a:moveTo>
                  <a:cubicBezTo>
                    <a:pt x="1051" y="1"/>
                    <a:pt x="877" y="38"/>
                    <a:pt x="709" y="120"/>
                  </a:cubicBezTo>
                  <a:cubicBezTo>
                    <a:pt x="262" y="335"/>
                    <a:pt x="0" y="828"/>
                    <a:pt x="70" y="1322"/>
                  </a:cubicBezTo>
                  <a:cubicBezTo>
                    <a:pt x="158" y="1924"/>
                    <a:pt x="669" y="2323"/>
                    <a:pt x="1222" y="2323"/>
                  </a:cubicBezTo>
                  <a:cubicBezTo>
                    <a:pt x="1390" y="2323"/>
                    <a:pt x="1561" y="2287"/>
                    <a:pt x="1726" y="2208"/>
                  </a:cubicBezTo>
                  <a:cubicBezTo>
                    <a:pt x="2173" y="1992"/>
                    <a:pt x="2443" y="1491"/>
                    <a:pt x="2366" y="1006"/>
                  </a:cubicBezTo>
                  <a:cubicBezTo>
                    <a:pt x="2283" y="404"/>
                    <a:pt x="1776" y="1"/>
                    <a:pt x="12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1783" name="Google Shape;1783;p43"/>
            <p:cNvSpPr/>
            <p:nvPr/>
          </p:nvSpPr>
          <p:spPr>
            <a:xfrm>
              <a:off x="7324183" y="2849698"/>
              <a:ext cx="63843" cy="60604"/>
            </a:xfrm>
            <a:custGeom>
              <a:avLst/>
              <a:gdLst/>
              <a:ahLst/>
              <a:cxnLst/>
              <a:rect l="l" t="t" r="r" b="b"/>
              <a:pathLst>
                <a:path w="2444" h="2320" extrusionOk="0">
                  <a:moveTo>
                    <a:pt x="1218" y="0"/>
                  </a:moveTo>
                  <a:cubicBezTo>
                    <a:pt x="1050" y="0"/>
                    <a:pt x="876" y="37"/>
                    <a:pt x="710" y="116"/>
                  </a:cubicBezTo>
                  <a:cubicBezTo>
                    <a:pt x="263" y="332"/>
                    <a:pt x="1" y="833"/>
                    <a:pt x="70" y="1318"/>
                  </a:cubicBezTo>
                  <a:cubicBezTo>
                    <a:pt x="159" y="1921"/>
                    <a:pt x="669" y="2320"/>
                    <a:pt x="1222" y="2320"/>
                  </a:cubicBezTo>
                  <a:cubicBezTo>
                    <a:pt x="1390" y="2320"/>
                    <a:pt x="1562" y="2283"/>
                    <a:pt x="1727" y="2204"/>
                  </a:cubicBezTo>
                  <a:cubicBezTo>
                    <a:pt x="2173" y="1988"/>
                    <a:pt x="2443" y="1488"/>
                    <a:pt x="2366" y="1002"/>
                  </a:cubicBezTo>
                  <a:cubicBezTo>
                    <a:pt x="2283" y="399"/>
                    <a:pt x="1774" y="0"/>
                    <a:pt x="12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1784" name="Google Shape;1784;p43"/>
            <p:cNvSpPr/>
            <p:nvPr/>
          </p:nvSpPr>
          <p:spPr>
            <a:xfrm>
              <a:off x="7271467" y="2808031"/>
              <a:ext cx="75494" cy="69381"/>
            </a:xfrm>
            <a:custGeom>
              <a:avLst/>
              <a:gdLst/>
              <a:ahLst/>
              <a:cxnLst/>
              <a:rect l="l" t="t" r="r" b="b"/>
              <a:pathLst>
                <a:path w="2890" h="2656" extrusionOk="0">
                  <a:moveTo>
                    <a:pt x="1584" y="0"/>
                  </a:moveTo>
                  <a:cubicBezTo>
                    <a:pt x="1197" y="0"/>
                    <a:pt x="807" y="170"/>
                    <a:pt x="547" y="501"/>
                  </a:cubicBezTo>
                  <a:cubicBezTo>
                    <a:pt x="0" y="1195"/>
                    <a:pt x="316" y="2381"/>
                    <a:pt x="1187" y="2613"/>
                  </a:cubicBezTo>
                  <a:cubicBezTo>
                    <a:pt x="1302" y="2642"/>
                    <a:pt x="1416" y="2656"/>
                    <a:pt x="1525" y="2656"/>
                  </a:cubicBezTo>
                  <a:cubicBezTo>
                    <a:pt x="2248" y="2656"/>
                    <a:pt x="2813" y="2057"/>
                    <a:pt x="2866" y="1388"/>
                  </a:cubicBezTo>
                  <a:cubicBezTo>
                    <a:pt x="2889" y="1079"/>
                    <a:pt x="2805" y="756"/>
                    <a:pt x="2573" y="471"/>
                  </a:cubicBezTo>
                  <a:cubicBezTo>
                    <a:pt x="2321" y="155"/>
                    <a:pt x="1954" y="0"/>
                    <a:pt x="15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1785" name="Google Shape;1785;p43"/>
            <p:cNvSpPr/>
            <p:nvPr/>
          </p:nvSpPr>
          <p:spPr>
            <a:xfrm>
              <a:off x="7296022" y="2815058"/>
              <a:ext cx="25783" cy="25025"/>
            </a:xfrm>
            <a:custGeom>
              <a:avLst/>
              <a:gdLst/>
              <a:ahLst/>
              <a:cxnLst/>
              <a:rect l="l" t="t" r="r" b="b"/>
              <a:pathLst>
                <a:path w="987" h="958" extrusionOk="0">
                  <a:moveTo>
                    <a:pt x="488" y="1"/>
                  </a:moveTo>
                  <a:cubicBezTo>
                    <a:pt x="238" y="1"/>
                    <a:pt x="30" y="196"/>
                    <a:pt x="15" y="456"/>
                  </a:cubicBezTo>
                  <a:cubicBezTo>
                    <a:pt x="0" y="718"/>
                    <a:pt x="200" y="941"/>
                    <a:pt x="462" y="957"/>
                  </a:cubicBezTo>
                  <a:cubicBezTo>
                    <a:pt x="472" y="957"/>
                    <a:pt x="482" y="958"/>
                    <a:pt x="491" y="958"/>
                  </a:cubicBezTo>
                  <a:cubicBezTo>
                    <a:pt x="748" y="958"/>
                    <a:pt x="956" y="762"/>
                    <a:pt x="971" y="510"/>
                  </a:cubicBezTo>
                  <a:cubicBezTo>
                    <a:pt x="986" y="240"/>
                    <a:pt x="786" y="17"/>
                    <a:pt x="516" y="1"/>
                  </a:cubicBezTo>
                  <a:cubicBezTo>
                    <a:pt x="507" y="1"/>
                    <a:pt x="497" y="1"/>
                    <a:pt x="4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1786" name="Google Shape;1786;p43"/>
            <p:cNvSpPr/>
            <p:nvPr/>
          </p:nvSpPr>
          <p:spPr>
            <a:xfrm>
              <a:off x="7034347" y="2794421"/>
              <a:ext cx="75520" cy="69381"/>
            </a:xfrm>
            <a:custGeom>
              <a:avLst/>
              <a:gdLst/>
              <a:ahLst/>
              <a:cxnLst/>
              <a:rect l="l" t="t" r="r" b="b"/>
              <a:pathLst>
                <a:path w="2891" h="2656" extrusionOk="0">
                  <a:moveTo>
                    <a:pt x="1575" y="0"/>
                  </a:moveTo>
                  <a:cubicBezTo>
                    <a:pt x="1188" y="0"/>
                    <a:pt x="800" y="168"/>
                    <a:pt x="540" y="499"/>
                  </a:cubicBezTo>
                  <a:cubicBezTo>
                    <a:pt x="1" y="1192"/>
                    <a:pt x="317" y="2386"/>
                    <a:pt x="1187" y="2610"/>
                  </a:cubicBezTo>
                  <a:cubicBezTo>
                    <a:pt x="1304" y="2641"/>
                    <a:pt x="1419" y="2655"/>
                    <a:pt x="1530" y="2655"/>
                  </a:cubicBezTo>
                  <a:cubicBezTo>
                    <a:pt x="2244" y="2655"/>
                    <a:pt x="2807" y="2053"/>
                    <a:pt x="2867" y="1392"/>
                  </a:cubicBezTo>
                  <a:cubicBezTo>
                    <a:pt x="2890" y="1076"/>
                    <a:pt x="2805" y="753"/>
                    <a:pt x="2574" y="468"/>
                  </a:cubicBezTo>
                  <a:cubicBezTo>
                    <a:pt x="2318" y="155"/>
                    <a:pt x="1947" y="0"/>
                    <a:pt x="157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1787" name="Google Shape;1787;p43"/>
            <p:cNvSpPr/>
            <p:nvPr/>
          </p:nvSpPr>
          <p:spPr>
            <a:xfrm>
              <a:off x="7064545" y="2801788"/>
              <a:ext cx="25783" cy="25208"/>
            </a:xfrm>
            <a:custGeom>
              <a:avLst/>
              <a:gdLst/>
              <a:ahLst/>
              <a:cxnLst/>
              <a:rect l="l" t="t" r="r" b="b"/>
              <a:pathLst>
                <a:path w="987" h="965" extrusionOk="0">
                  <a:moveTo>
                    <a:pt x="495" y="0"/>
                  </a:moveTo>
                  <a:cubicBezTo>
                    <a:pt x="239" y="0"/>
                    <a:pt x="31" y="196"/>
                    <a:pt x="16" y="455"/>
                  </a:cubicBezTo>
                  <a:cubicBezTo>
                    <a:pt x="0" y="717"/>
                    <a:pt x="201" y="949"/>
                    <a:pt x="470" y="964"/>
                  </a:cubicBezTo>
                  <a:cubicBezTo>
                    <a:pt x="480" y="964"/>
                    <a:pt x="489" y="965"/>
                    <a:pt x="498" y="965"/>
                  </a:cubicBezTo>
                  <a:cubicBezTo>
                    <a:pt x="748" y="965"/>
                    <a:pt x="956" y="762"/>
                    <a:pt x="971" y="509"/>
                  </a:cubicBezTo>
                  <a:cubicBezTo>
                    <a:pt x="987" y="247"/>
                    <a:pt x="786" y="16"/>
                    <a:pt x="524" y="1"/>
                  </a:cubicBezTo>
                  <a:cubicBezTo>
                    <a:pt x="515" y="0"/>
                    <a:pt x="505" y="0"/>
                    <a:pt x="49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1788" name="Google Shape;1788;p43"/>
            <p:cNvSpPr/>
            <p:nvPr/>
          </p:nvSpPr>
          <p:spPr>
            <a:xfrm>
              <a:off x="7000935" y="2739223"/>
              <a:ext cx="90201" cy="53760"/>
            </a:xfrm>
            <a:custGeom>
              <a:avLst/>
              <a:gdLst/>
              <a:ahLst/>
              <a:cxnLst/>
              <a:rect l="l" t="t" r="r" b="b"/>
              <a:pathLst>
                <a:path w="3453" h="2058" extrusionOk="0">
                  <a:moveTo>
                    <a:pt x="2510" y="0"/>
                  </a:moveTo>
                  <a:cubicBezTo>
                    <a:pt x="1040" y="0"/>
                    <a:pt x="284" y="955"/>
                    <a:pt x="78" y="1525"/>
                  </a:cubicBezTo>
                  <a:cubicBezTo>
                    <a:pt x="1" y="1726"/>
                    <a:pt x="109" y="1957"/>
                    <a:pt x="317" y="2034"/>
                  </a:cubicBezTo>
                  <a:cubicBezTo>
                    <a:pt x="355" y="2049"/>
                    <a:pt x="394" y="2057"/>
                    <a:pt x="432" y="2057"/>
                  </a:cubicBezTo>
                  <a:cubicBezTo>
                    <a:pt x="438" y="2057"/>
                    <a:pt x="444" y="2057"/>
                    <a:pt x="450" y="2057"/>
                  </a:cubicBezTo>
                  <a:cubicBezTo>
                    <a:pt x="614" y="2057"/>
                    <a:pt x="773" y="1958"/>
                    <a:pt x="833" y="1795"/>
                  </a:cubicBezTo>
                  <a:cubicBezTo>
                    <a:pt x="847" y="1753"/>
                    <a:pt x="1228" y="801"/>
                    <a:pt x="2500" y="801"/>
                  </a:cubicBezTo>
                  <a:cubicBezTo>
                    <a:pt x="2642" y="801"/>
                    <a:pt x="2795" y="813"/>
                    <a:pt x="2959" y="839"/>
                  </a:cubicBezTo>
                  <a:cubicBezTo>
                    <a:pt x="2979" y="842"/>
                    <a:pt x="2998" y="844"/>
                    <a:pt x="3017" y="844"/>
                  </a:cubicBezTo>
                  <a:cubicBezTo>
                    <a:pt x="3211" y="844"/>
                    <a:pt x="3386" y="704"/>
                    <a:pt x="3414" y="500"/>
                  </a:cubicBezTo>
                  <a:cubicBezTo>
                    <a:pt x="3452" y="285"/>
                    <a:pt x="3298" y="77"/>
                    <a:pt x="3083" y="46"/>
                  </a:cubicBezTo>
                  <a:cubicBezTo>
                    <a:pt x="2881" y="15"/>
                    <a:pt x="2690" y="0"/>
                    <a:pt x="25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1789" name="Google Shape;1789;p43"/>
            <p:cNvSpPr/>
            <p:nvPr/>
          </p:nvSpPr>
          <p:spPr>
            <a:xfrm>
              <a:off x="7306263" y="2753826"/>
              <a:ext cx="85185" cy="60265"/>
            </a:xfrm>
            <a:custGeom>
              <a:avLst/>
              <a:gdLst/>
              <a:ahLst/>
              <a:cxnLst/>
              <a:rect l="l" t="t" r="r" b="b"/>
              <a:pathLst>
                <a:path w="3261" h="2307" extrusionOk="0">
                  <a:moveTo>
                    <a:pt x="544" y="0"/>
                  </a:moveTo>
                  <a:cubicBezTo>
                    <a:pt x="495" y="0"/>
                    <a:pt x="445" y="1"/>
                    <a:pt x="394" y="3"/>
                  </a:cubicBezTo>
                  <a:cubicBezTo>
                    <a:pt x="178" y="11"/>
                    <a:pt x="1" y="196"/>
                    <a:pt x="9" y="419"/>
                  </a:cubicBezTo>
                  <a:cubicBezTo>
                    <a:pt x="16" y="638"/>
                    <a:pt x="193" y="805"/>
                    <a:pt x="410" y="805"/>
                  </a:cubicBezTo>
                  <a:cubicBezTo>
                    <a:pt x="415" y="805"/>
                    <a:pt x="420" y="805"/>
                    <a:pt x="425" y="804"/>
                  </a:cubicBezTo>
                  <a:cubicBezTo>
                    <a:pt x="466" y="803"/>
                    <a:pt x="507" y="802"/>
                    <a:pt x="546" y="802"/>
                  </a:cubicBezTo>
                  <a:cubicBezTo>
                    <a:pt x="2098" y="802"/>
                    <a:pt x="2413" y="1946"/>
                    <a:pt x="2428" y="1999"/>
                  </a:cubicBezTo>
                  <a:cubicBezTo>
                    <a:pt x="2474" y="2176"/>
                    <a:pt x="2628" y="2291"/>
                    <a:pt x="2798" y="2307"/>
                  </a:cubicBezTo>
                  <a:cubicBezTo>
                    <a:pt x="2836" y="2307"/>
                    <a:pt x="2875" y="2307"/>
                    <a:pt x="2913" y="2291"/>
                  </a:cubicBezTo>
                  <a:cubicBezTo>
                    <a:pt x="3129" y="2245"/>
                    <a:pt x="3260" y="2029"/>
                    <a:pt x="3206" y="1814"/>
                  </a:cubicBezTo>
                  <a:cubicBezTo>
                    <a:pt x="3056" y="1177"/>
                    <a:pt x="2301" y="0"/>
                    <a:pt x="5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1790" name="Google Shape;1790;p43"/>
            <p:cNvSpPr/>
            <p:nvPr/>
          </p:nvSpPr>
          <p:spPr>
            <a:xfrm>
              <a:off x="7131577" y="2806594"/>
              <a:ext cx="76905" cy="54465"/>
            </a:xfrm>
            <a:custGeom>
              <a:avLst/>
              <a:gdLst/>
              <a:ahLst/>
              <a:cxnLst/>
              <a:rect l="l" t="t" r="r" b="b"/>
              <a:pathLst>
                <a:path w="2944" h="2085" extrusionOk="0">
                  <a:moveTo>
                    <a:pt x="450" y="1"/>
                  </a:moveTo>
                  <a:cubicBezTo>
                    <a:pt x="239" y="1"/>
                    <a:pt x="69" y="165"/>
                    <a:pt x="54" y="379"/>
                  </a:cubicBezTo>
                  <a:cubicBezTo>
                    <a:pt x="0" y="1273"/>
                    <a:pt x="609" y="2036"/>
                    <a:pt x="1402" y="2082"/>
                  </a:cubicBezTo>
                  <a:cubicBezTo>
                    <a:pt x="1428" y="2084"/>
                    <a:pt x="1453" y="2084"/>
                    <a:pt x="1477" y="2084"/>
                  </a:cubicBezTo>
                  <a:cubicBezTo>
                    <a:pt x="2239" y="2084"/>
                    <a:pt x="2883" y="1407"/>
                    <a:pt x="2928" y="541"/>
                  </a:cubicBezTo>
                  <a:cubicBezTo>
                    <a:pt x="2943" y="325"/>
                    <a:pt x="2774" y="133"/>
                    <a:pt x="2558" y="117"/>
                  </a:cubicBezTo>
                  <a:cubicBezTo>
                    <a:pt x="2553" y="117"/>
                    <a:pt x="2548" y="117"/>
                    <a:pt x="2544" y="117"/>
                  </a:cubicBezTo>
                  <a:cubicBezTo>
                    <a:pt x="2326" y="117"/>
                    <a:pt x="2142" y="284"/>
                    <a:pt x="2134" y="495"/>
                  </a:cubicBezTo>
                  <a:cubicBezTo>
                    <a:pt x="2105" y="935"/>
                    <a:pt x="1814" y="1282"/>
                    <a:pt x="1481" y="1282"/>
                  </a:cubicBezTo>
                  <a:cubicBezTo>
                    <a:pt x="1470" y="1282"/>
                    <a:pt x="1459" y="1281"/>
                    <a:pt x="1449" y="1281"/>
                  </a:cubicBezTo>
                  <a:cubicBezTo>
                    <a:pt x="1094" y="1265"/>
                    <a:pt x="825" y="880"/>
                    <a:pt x="855" y="426"/>
                  </a:cubicBezTo>
                  <a:cubicBezTo>
                    <a:pt x="863" y="202"/>
                    <a:pt x="694" y="9"/>
                    <a:pt x="478" y="2"/>
                  </a:cubicBezTo>
                  <a:cubicBezTo>
                    <a:pt x="468" y="1"/>
                    <a:pt x="459" y="1"/>
                    <a:pt x="45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1791" name="Google Shape;1791;p43"/>
            <p:cNvSpPr/>
            <p:nvPr/>
          </p:nvSpPr>
          <p:spPr>
            <a:xfrm>
              <a:off x="7185913" y="2809651"/>
              <a:ext cx="76905" cy="54622"/>
            </a:xfrm>
            <a:custGeom>
              <a:avLst/>
              <a:gdLst/>
              <a:ahLst/>
              <a:cxnLst/>
              <a:rect l="l" t="t" r="r" b="b"/>
              <a:pathLst>
                <a:path w="2944" h="2091" extrusionOk="0">
                  <a:moveTo>
                    <a:pt x="464" y="0"/>
                  </a:moveTo>
                  <a:cubicBezTo>
                    <a:pt x="246" y="0"/>
                    <a:pt x="62" y="167"/>
                    <a:pt x="54" y="378"/>
                  </a:cubicBezTo>
                  <a:cubicBezTo>
                    <a:pt x="0" y="1272"/>
                    <a:pt x="609" y="2042"/>
                    <a:pt x="1403" y="2088"/>
                  </a:cubicBezTo>
                  <a:lnTo>
                    <a:pt x="1395" y="2088"/>
                  </a:lnTo>
                  <a:cubicBezTo>
                    <a:pt x="1420" y="2090"/>
                    <a:pt x="1445" y="2091"/>
                    <a:pt x="1470" y="2091"/>
                  </a:cubicBezTo>
                  <a:cubicBezTo>
                    <a:pt x="2232" y="2091"/>
                    <a:pt x="2884" y="1413"/>
                    <a:pt x="2928" y="547"/>
                  </a:cubicBezTo>
                  <a:cubicBezTo>
                    <a:pt x="2944" y="324"/>
                    <a:pt x="2774" y="131"/>
                    <a:pt x="2551" y="124"/>
                  </a:cubicBezTo>
                  <a:cubicBezTo>
                    <a:pt x="2542" y="123"/>
                    <a:pt x="2533" y="123"/>
                    <a:pt x="2524" y="123"/>
                  </a:cubicBezTo>
                  <a:cubicBezTo>
                    <a:pt x="2319" y="123"/>
                    <a:pt x="2142" y="287"/>
                    <a:pt x="2135" y="501"/>
                  </a:cubicBezTo>
                  <a:cubicBezTo>
                    <a:pt x="2105" y="939"/>
                    <a:pt x="1809" y="1288"/>
                    <a:pt x="1464" y="1288"/>
                  </a:cubicBezTo>
                  <a:cubicBezTo>
                    <a:pt x="1456" y="1288"/>
                    <a:pt x="1449" y="1287"/>
                    <a:pt x="1441" y="1287"/>
                  </a:cubicBezTo>
                  <a:cubicBezTo>
                    <a:pt x="1095" y="1264"/>
                    <a:pt x="825" y="879"/>
                    <a:pt x="856" y="424"/>
                  </a:cubicBezTo>
                  <a:cubicBezTo>
                    <a:pt x="863" y="208"/>
                    <a:pt x="694" y="16"/>
                    <a:pt x="478" y="0"/>
                  </a:cubicBezTo>
                  <a:cubicBezTo>
                    <a:pt x="473" y="0"/>
                    <a:pt x="468" y="0"/>
                    <a:pt x="4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</p:grpSp>
      <p:grpSp>
        <p:nvGrpSpPr>
          <p:cNvPr id="1792" name="Google Shape;1792;p43"/>
          <p:cNvGrpSpPr/>
          <p:nvPr/>
        </p:nvGrpSpPr>
        <p:grpSpPr>
          <a:xfrm>
            <a:off x="7341048" y="373273"/>
            <a:ext cx="866272" cy="866300"/>
            <a:chOff x="9057188" y="2323818"/>
            <a:chExt cx="985296" cy="985328"/>
          </a:xfrm>
        </p:grpSpPr>
        <p:sp>
          <p:nvSpPr>
            <p:cNvPr id="1793" name="Google Shape;1793;p43"/>
            <p:cNvSpPr/>
            <p:nvPr/>
          </p:nvSpPr>
          <p:spPr>
            <a:xfrm>
              <a:off x="9057188" y="2323818"/>
              <a:ext cx="985296" cy="985328"/>
            </a:xfrm>
            <a:custGeom>
              <a:avLst/>
              <a:gdLst/>
              <a:ahLst/>
              <a:cxnLst/>
              <a:rect l="l" t="t" r="r" b="b"/>
              <a:pathLst>
                <a:path w="30604" h="30605" extrusionOk="0">
                  <a:moveTo>
                    <a:pt x="15302" y="1"/>
                  </a:moveTo>
                  <a:cubicBezTo>
                    <a:pt x="6850" y="1"/>
                    <a:pt x="0" y="6850"/>
                    <a:pt x="0" y="15303"/>
                  </a:cubicBezTo>
                  <a:cubicBezTo>
                    <a:pt x="0" y="23755"/>
                    <a:pt x="6850" y="30605"/>
                    <a:pt x="15302" y="30605"/>
                  </a:cubicBezTo>
                  <a:cubicBezTo>
                    <a:pt x="23747" y="30605"/>
                    <a:pt x="30604" y="23755"/>
                    <a:pt x="30604" y="15303"/>
                  </a:cubicBezTo>
                  <a:cubicBezTo>
                    <a:pt x="30604" y="6850"/>
                    <a:pt x="23747" y="1"/>
                    <a:pt x="153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4000"/>
                </a:scheme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1794" name="Google Shape;1794;p43"/>
            <p:cNvSpPr/>
            <p:nvPr/>
          </p:nvSpPr>
          <p:spPr>
            <a:xfrm>
              <a:off x="9117337" y="2384119"/>
              <a:ext cx="865015" cy="864983"/>
            </a:xfrm>
            <a:custGeom>
              <a:avLst/>
              <a:gdLst/>
              <a:ahLst/>
              <a:cxnLst/>
              <a:rect l="l" t="t" r="r" b="b"/>
              <a:pathLst>
                <a:path w="26868" h="26867" extrusionOk="0">
                  <a:moveTo>
                    <a:pt x="13438" y="0"/>
                  </a:moveTo>
                  <a:cubicBezTo>
                    <a:pt x="6018" y="0"/>
                    <a:pt x="1" y="6010"/>
                    <a:pt x="1" y="13430"/>
                  </a:cubicBezTo>
                  <a:cubicBezTo>
                    <a:pt x="1" y="20849"/>
                    <a:pt x="6018" y="26867"/>
                    <a:pt x="13438" y="26867"/>
                  </a:cubicBezTo>
                  <a:cubicBezTo>
                    <a:pt x="20858" y="26867"/>
                    <a:pt x="26868" y="20849"/>
                    <a:pt x="26868" y="13430"/>
                  </a:cubicBezTo>
                  <a:cubicBezTo>
                    <a:pt x="26868" y="6010"/>
                    <a:pt x="20858" y="0"/>
                    <a:pt x="1343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1795" name="Google Shape;1795;p43"/>
            <p:cNvSpPr/>
            <p:nvPr/>
          </p:nvSpPr>
          <p:spPr>
            <a:xfrm>
              <a:off x="9098245" y="2364770"/>
              <a:ext cx="903456" cy="903456"/>
            </a:xfrm>
            <a:custGeom>
              <a:avLst/>
              <a:gdLst/>
              <a:ahLst/>
              <a:cxnLst/>
              <a:rect l="l" t="t" r="r" b="b"/>
              <a:pathLst>
                <a:path w="28062" h="28062" extrusionOk="0">
                  <a:moveTo>
                    <a:pt x="14031" y="1194"/>
                  </a:moveTo>
                  <a:cubicBezTo>
                    <a:pt x="21104" y="1194"/>
                    <a:pt x="26867" y="6958"/>
                    <a:pt x="26867" y="14031"/>
                  </a:cubicBezTo>
                  <a:cubicBezTo>
                    <a:pt x="26867" y="21111"/>
                    <a:pt x="21104" y="26867"/>
                    <a:pt x="14031" y="26867"/>
                  </a:cubicBezTo>
                  <a:cubicBezTo>
                    <a:pt x="6950" y="26867"/>
                    <a:pt x="1195" y="21111"/>
                    <a:pt x="1195" y="14031"/>
                  </a:cubicBezTo>
                  <a:cubicBezTo>
                    <a:pt x="1195" y="6958"/>
                    <a:pt x="6950" y="1194"/>
                    <a:pt x="14031" y="1194"/>
                  </a:cubicBezTo>
                  <a:close/>
                  <a:moveTo>
                    <a:pt x="14031" y="0"/>
                  </a:moveTo>
                  <a:cubicBezTo>
                    <a:pt x="6288" y="0"/>
                    <a:pt x="1" y="6295"/>
                    <a:pt x="1" y="14031"/>
                  </a:cubicBezTo>
                  <a:cubicBezTo>
                    <a:pt x="1" y="21766"/>
                    <a:pt x="6288" y="28061"/>
                    <a:pt x="14031" y="28061"/>
                  </a:cubicBezTo>
                  <a:cubicBezTo>
                    <a:pt x="21767" y="28061"/>
                    <a:pt x="28062" y="21766"/>
                    <a:pt x="28062" y="14031"/>
                  </a:cubicBezTo>
                  <a:cubicBezTo>
                    <a:pt x="28062" y="6295"/>
                    <a:pt x="21767" y="0"/>
                    <a:pt x="140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1796" name="Google Shape;1796;p43"/>
            <p:cNvSpPr/>
            <p:nvPr/>
          </p:nvSpPr>
          <p:spPr>
            <a:xfrm>
              <a:off x="9162732" y="2554013"/>
              <a:ext cx="799788" cy="678252"/>
            </a:xfrm>
            <a:custGeom>
              <a:avLst/>
              <a:gdLst/>
              <a:ahLst/>
              <a:cxnLst/>
              <a:rect l="l" t="t" r="r" b="b"/>
              <a:pathLst>
                <a:path w="24842" h="21067" extrusionOk="0">
                  <a:moveTo>
                    <a:pt x="21821" y="1"/>
                  </a:moveTo>
                  <a:lnTo>
                    <a:pt x="21821" y="1"/>
                  </a:lnTo>
                  <a:cubicBezTo>
                    <a:pt x="22306" y="1357"/>
                    <a:pt x="22576" y="2821"/>
                    <a:pt x="22576" y="4347"/>
                  </a:cubicBezTo>
                  <a:cubicBezTo>
                    <a:pt x="22576" y="11420"/>
                    <a:pt x="16851" y="17144"/>
                    <a:pt x="9778" y="17144"/>
                  </a:cubicBezTo>
                  <a:cubicBezTo>
                    <a:pt x="5857" y="17144"/>
                    <a:pt x="2351" y="15388"/>
                    <a:pt x="1" y="12606"/>
                  </a:cubicBezTo>
                  <a:lnTo>
                    <a:pt x="1" y="12606"/>
                  </a:lnTo>
                  <a:cubicBezTo>
                    <a:pt x="1773" y="17537"/>
                    <a:pt x="6504" y="21066"/>
                    <a:pt x="12044" y="21066"/>
                  </a:cubicBezTo>
                  <a:cubicBezTo>
                    <a:pt x="19117" y="21066"/>
                    <a:pt x="24841" y="15334"/>
                    <a:pt x="24841" y="8268"/>
                  </a:cubicBezTo>
                  <a:cubicBezTo>
                    <a:pt x="24841" y="5117"/>
                    <a:pt x="23709" y="2235"/>
                    <a:pt x="21821" y="1"/>
                  </a:cubicBezTo>
                  <a:close/>
                </a:path>
              </a:pathLst>
            </a:custGeom>
            <a:solidFill>
              <a:srgbClr val="FFFFFF">
                <a:alpha val="1535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1797" name="Google Shape;1797;p43"/>
            <p:cNvSpPr/>
            <p:nvPr/>
          </p:nvSpPr>
          <p:spPr>
            <a:xfrm>
              <a:off x="9304736" y="2442618"/>
              <a:ext cx="246871" cy="116160"/>
            </a:xfrm>
            <a:custGeom>
              <a:avLst/>
              <a:gdLst/>
              <a:ahLst/>
              <a:cxnLst/>
              <a:rect l="l" t="t" r="r" b="b"/>
              <a:pathLst>
                <a:path w="7668" h="3608" extrusionOk="0">
                  <a:moveTo>
                    <a:pt x="7049" y="1"/>
                  </a:moveTo>
                  <a:cubicBezTo>
                    <a:pt x="7039" y="1"/>
                    <a:pt x="7029" y="1"/>
                    <a:pt x="7020" y="2"/>
                  </a:cubicBezTo>
                  <a:cubicBezTo>
                    <a:pt x="4554" y="140"/>
                    <a:pt x="2235" y="1019"/>
                    <a:pt x="309" y="2536"/>
                  </a:cubicBezTo>
                  <a:cubicBezTo>
                    <a:pt x="47" y="2744"/>
                    <a:pt x="1" y="3122"/>
                    <a:pt x="209" y="3376"/>
                  </a:cubicBezTo>
                  <a:cubicBezTo>
                    <a:pt x="324" y="3530"/>
                    <a:pt x="502" y="3607"/>
                    <a:pt x="679" y="3607"/>
                  </a:cubicBezTo>
                  <a:cubicBezTo>
                    <a:pt x="802" y="3607"/>
                    <a:pt x="933" y="3561"/>
                    <a:pt x="1049" y="3476"/>
                  </a:cubicBezTo>
                  <a:cubicBezTo>
                    <a:pt x="2782" y="2113"/>
                    <a:pt x="4870" y="1319"/>
                    <a:pt x="7081" y="1196"/>
                  </a:cubicBezTo>
                  <a:cubicBezTo>
                    <a:pt x="7413" y="1173"/>
                    <a:pt x="7667" y="895"/>
                    <a:pt x="7644" y="564"/>
                  </a:cubicBezTo>
                  <a:cubicBezTo>
                    <a:pt x="7629" y="242"/>
                    <a:pt x="7360" y="1"/>
                    <a:pt x="70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1798" name="Google Shape;1798;p43"/>
            <p:cNvSpPr/>
            <p:nvPr/>
          </p:nvSpPr>
          <p:spPr>
            <a:xfrm>
              <a:off x="9282047" y="2843866"/>
              <a:ext cx="89084" cy="83675"/>
            </a:xfrm>
            <a:custGeom>
              <a:avLst/>
              <a:gdLst/>
              <a:ahLst/>
              <a:cxnLst/>
              <a:rect l="l" t="t" r="r" b="b"/>
              <a:pathLst>
                <a:path w="2767" h="2599" extrusionOk="0">
                  <a:moveTo>
                    <a:pt x="1379" y="0"/>
                  </a:moveTo>
                  <a:cubicBezTo>
                    <a:pt x="1168" y="0"/>
                    <a:pt x="952" y="53"/>
                    <a:pt x="748" y="167"/>
                  </a:cubicBezTo>
                  <a:cubicBezTo>
                    <a:pt x="263" y="436"/>
                    <a:pt x="1" y="1007"/>
                    <a:pt x="109" y="1554"/>
                  </a:cubicBezTo>
                  <a:cubicBezTo>
                    <a:pt x="239" y="2189"/>
                    <a:pt x="791" y="2599"/>
                    <a:pt x="1384" y="2599"/>
                  </a:cubicBezTo>
                  <a:cubicBezTo>
                    <a:pt x="1596" y="2599"/>
                    <a:pt x="1814" y="2546"/>
                    <a:pt x="2020" y="2432"/>
                  </a:cubicBezTo>
                  <a:cubicBezTo>
                    <a:pt x="2497" y="2162"/>
                    <a:pt x="2767" y="1592"/>
                    <a:pt x="2651" y="1045"/>
                  </a:cubicBezTo>
                  <a:cubicBezTo>
                    <a:pt x="2521" y="410"/>
                    <a:pt x="1969" y="0"/>
                    <a:pt x="13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1799" name="Google Shape;1799;p43"/>
            <p:cNvSpPr/>
            <p:nvPr/>
          </p:nvSpPr>
          <p:spPr>
            <a:xfrm>
              <a:off x="9734775" y="2843866"/>
              <a:ext cx="89084" cy="83675"/>
            </a:xfrm>
            <a:custGeom>
              <a:avLst/>
              <a:gdLst/>
              <a:ahLst/>
              <a:cxnLst/>
              <a:rect l="l" t="t" r="r" b="b"/>
              <a:pathLst>
                <a:path w="2767" h="2599" extrusionOk="0">
                  <a:moveTo>
                    <a:pt x="1383" y="0"/>
                  </a:moveTo>
                  <a:cubicBezTo>
                    <a:pt x="1171" y="0"/>
                    <a:pt x="953" y="53"/>
                    <a:pt x="748" y="167"/>
                  </a:cubicBezTo>
                  <a:cubicBezTo>
                    <a:pt x="262" y="436"/>
                    <a:pt x="0" y="1007"/>
                    <a:pt x="108" y="1554"/>
                  </a:cubicBezTo>
                  <a:cubicBezTo>
                    <a:pt x="239" y="2189"/>
                    <a:pt x="791" y="2599"/>
                    <a:pt x="1383" y="2599"/>
                  </a:cubicBezTo>
                  <a:cubicBezTo>
                    <a:pt x="1596" y="2599"/>
                    <a:pt x="1814" y="2546"/>
                    <a:pt x="2019" y="2432"/>
                  </a:cubicBezTo>
                  <a:cubicBezTo>
                    <a:pt x="2504" y="2162"/>
                    <a:pt x="2766" y="1592"/>
                    <a:pt x="2658" y="1045"/>
                  </a:cubicBezTo>
                  <a:cubicBezTo>
                    <a:pt x="2528" y="410"/>
                    <a:pt x="1976" y="0"/>
                    <a:pt x="13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1800" name="Google Shape;1800;p43"/>
            <p:cNvSpPr/>
            <p:nvPr/>
          </p:nvSpPr>
          <p:spPr>
            <a:xfrm>
              <a:off x="9488450" y="2782985"/>
              <a:ext cx="133738" cy="97873"/>
            </a:xfrm>
            <a:custGeom>
              <a:avLst/>
              <a:gdLst/>
              <a:ahLst/>
              <a:cxnLst/>
              <a:rect l="l" t="t" r="r" b="b"/>
              <a:pathLst>
                <a:path w="4154" h="3040" extrusionOk="0">
                  <a:moveTo>
                    <a:pt x="2034" y="1"/>
                  </a:moveTo>
                  <a:cubicBezTo>
                    <a:pt x="1372" y="1"/>
                    <a:pt x="732" y="324"/>
                    <a:pt x="378" y="894"/>
                  </a:cubicBezTo>
                  <a:cubicBezTo>
                    <a:pt x="85" y="1372"/>
                    <a:pt x="0" y="2019"/>
                    <a:pt x="139" y="2682"/>
                  </a:cubicBezTo>
                  <a:cubicBezTo>
                    <a:pt x="179" y="2895"/>
                    <a:pt x="363" y="3039"/>
                    <a:pt x="572" y="3039"/>
                  </a:cubicBezTo>
                  <a:cubicBezTo>
                    <a:pt x="604" y="3039"/>
                    <a:pt x="637" y="3036"/>
                    <a:pt x="671" y="3029"/>
                  </a:cubicBezTo>
                  <a:cubicBezTo>
                    <a:pt x="909" y="2982"/>
                    <a:pt x="1064" y="2743"/>
                    <a:pt x="1017" y="2497"/>
                  </a:cubicBezTo>
                  <a:cubicBezTo>
                    <a:pt x="925" y="2065"/>
                    <a:pt x="971" y="1642"/>
                    <a:pt x="1141" y="1364"/>
                  </a:cubicBezTo>
                  <a:cubicBezTo>
                    <a:pt x="1327" y="1066"/>
                    <a:pt x="1675" y="897"/>
                    <a:pt x="2035" y="897"/>
                  </a:cubicBezTo>
                  <a:cubicBezTo>
                    <a:pt x="2196" y="897"/>
                    <a:pt x="2360" y="931"/>
                    <a:pt x="2512" y="1002"/>
                  </a:cubicBezTo>
                  <a:cubicBezTo>
                    <a:pt x="3167" y="1310"/>
                    <a:pt x="3190" y="2035"/>
                    <a:pt x="3152" y="2435"/>
                  </a:cubicBezTo>
                  <a:cubicBezTo>
                    <a:pt x="3128" y="2682"/>
                    <a:pt x="3306" y="2905"/>
                    <a:pt x="3552" y="2928"/>
                  </a:cubicBezTo>
                  <a:cubicBezTo>
                    <a:pt x="3567" y="2930"/>
                    <a:pt x="3581" y="2930"/>
                    <a:pt x="3595" y="2930"/>
                  </a:cubicBezTo>
                  <a:cubicBezTo>
                    <a:pt x="3824" y="2930"/>
                    <a:pt x="4016" y="2760"/>
                    <a:pt x="4045" y="2528"/>
                  </a:cubicBezTo>
                  <a:cubicBezTo>
                    <a:pt x="4153" y="1457"/>
                    <a:pt x="3722" y="586"/>
                    <a:pt x="2890" y="193"/>
                  </a:cubicBezTo>
                  <a:cubicBezTo>
                    <a:pt x="2620" y="62"/>
                    <a:pt x="2327" y="1"/>
                    <a:pt x="203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1801" name="Google Shape;1801;p43"/>
            <p:cNvSpPr/>
            <p:nvPr/>
          </p:nvSpPr>
          <p:spPr>
            <a:xfrm>
              <a:off x="9655382" y="2684275"/>
              <a:ext cx="121085" cy="78330"/>
            </a:xfrm>
            <a:custGeom>
              <a:avLst/>
              <a:gdLst/>
              <a:ahLst/>
              <a:cxnLst/>
              <a:rect l="l" t="t" r="r" b="b"/>
              <a:pathLst>
                <a:path w="3761" h="2433" extrusionOk="0">
                  <a:moveTo>
                    <a:pt x="501" y="0"/>
                  </a:moveTo>
                  <a:cubicBezTo>
                    <a:pt x="463" y="0"/>
                    <a:pt x="417" y="8"/>
                    <a:pt x="378" y="15"/>
                  </a:cubicBezTo>
                  <a:cubicBezTo>
                    <a:pt x="139" y="92"/>
                    <a:pt x="1" y="339"/>
                    <a:pt x="70" y="578"/>
                  </a:cubicBezTo>
                  <a:cubicBezTo>
                    <a:pt x="278" y="1252"/>
                    <a:pt x="1126" y="2432"/>
                    <a:pt x="2912" y="2432"/>
                  </a:cubicBezTo>
                  <a:cubicBezTo>
                    <a:pt x="3046" y="2432"/>
                    <a:pt x="3185" y="2426"/>
                    <a:pt x="3329" y="2412"/>
                  </a:cubicBezTo>
                  <a:cubicBezTo>
                    <a:pt x="3576" y="2389"/>
                    <a:pt x="3761" y="2173"/>
                    <a:pt x="3738" y="1926"/>
                  </a:cubicBezTo>
                  <a:cubicBezTo>
                    <a:pt x="3716" y="1694"/>
                    <a:pt x="3517" y="1524"/>
                    <a:pt x="3288" y="1524"/>
                  </a:cubicBezTo>
                  <a:cubicBezTo>
                    <a:pt x="3273" y="1524"/>
                    <a:pt x="3259" y="1524"/>
                    <a:pt x="3244" y="1526"/>
                  </a:cubicBezTo>
                  <a:cubicBezTo>
                    <a:pt x="3129" y="1537"/>
                    <a:pt x="3019" y="1542"/>
                    <a:pt x="2915" y="1542"/>
                  </a:cubicBezTo>
                  <a:cubicBezTo>
                    <a:pt x="1348" y="1542"/>
                    <a:pt x="947" y="374"/>
                    <a:pt x="933" y="316"/>
                  </a:cubicBezTo>
                  <a:cubicBezTo>
                    <a:pt x="871" y="123"/>
                    <a:pt x="694" y="0"/>
                    <a:pt x="5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1802" name="Google Shape;1802;p43"/>
            <p:cNvSpPr/>
            <p:nvPr/>
          </p:nvSpPr>
          <p:spPr>
            <a:xfrm>
              <a:off x="9334911" y="2684275"/>
              <a:ext cx="121053" cy="78330"/>
            </a:xfrm>
            <a:custGeom>
              <a:avLst/>
              <a:gdLst/>
              <a:ahLst/>
              <a:cxnLst/>
              <a:rect l="l" t="t" r="r" b="b"/>
              <a:pathLst>
                <a:path w="3760" h="2433" extrusionOk="0">
                  <a:moveTo>
                    <a:pt x="3259" y="0"/>
                  </a:moveTo>
                  <a:cubicBezTo>
                    <a:pt x="3067" y="0"/>
                    <a:pt x="2889" y="123"/>
                    <a:pt x="2828" y="316"/>
                  </a:cubicBezTo>
                  <a:cubicBezTo>
                    <a:pt x="2813" y="374"/>
                    <a:pt x="2420" y="1542"/>
                    <a:pt x="847" y="1542"/>
                  </a:cubicBezTo>
                  <a:cubicBezTo>
                    <a:pt x="742" y="1542"/>
                    <a:pt x="632" y="1537"/>
                    <a:pt x="516" y="1526"/>
                  </a:cubicBezTo>
                  <a:cubicBezTo>
                    <a:pt x="502" y="1524"/>
                    <a:pt x="487" y="1524"/>
                    <a:pt x="473" y="1524"/>
                  </a:cubicBezTo>
                  <a:cubicBezTo>
                    <a:pt x="244" y="1524"/>
                    <a:pt x="45" y="1694"/>
                    <a:pt x="23" y="1926"/>
                  </a:cubicBezTo>
                  <a:cubicBezTo>
                    <a:pt x="0" y="2173"/>
                    <a:pt x="185" y="2389"/>
                    <a:pt x="431" y="2412"/>
                  </a:cubicBezTo>
                  <a:cubicBezTo>
                    <a:pt x="576" y="2426"/>
                    <a:pt x="716" y="2432"/>
                    <a:pt x="850" y="2432"/>
                  </a:cubicBezTo>
                  <a:cubicBezTo>
                    <a:pt x="2642" y="2432"/>
                    <a:pt x="3490" y="1252"/>
                    <a:pt x="3691" y="578"/>
                  </a:cubicBezTo>
                  <a:cubicBezTo>
                    <a:pt x="3760" y="339"/>
                    <a:pt x="3621" y="92"/>
                    <a:pt x="3390" y="15"/>
                  </a:cubicBezTo>
                  <a:cubicBezTo>
                    <a:pt x="3344" y="8"/>
                    <a:pt x="3298" y="0"/>
                    <a:pt x="32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1803" name="Google Shape;1803;p43"/>
            <p:cNvSpPr/>
            <p:nvPr/>
          </p:nvSpPr>
          <p:spPr>
            <a:xfrm>
              <a:off x="9336875" y="2784466"/>
              <a:ext cx="103958" cy="72954"/>
            </a:xfrm>
            <a:custGeom>
              <a:avLst/>
              <a:gdLst/>
              <a:ahLst/>
              <a:cxnLst/>
              <a:rect l="l" t="t" r="r" b="b"/>
              <a:pathLst>
                <a:path w="3229" h="2266" extrusionOk="0">
                  <a:moveTo>
                    <a:pt x="448" y="1"/>
                  </a:moveTo>
                  <a:cubicBezTo>
                    <a:pt x="201" y="1"/>
                    <a:pt x="1" y="201"/>
                    <a:pt x="1" y="448"/>
                  </a:cubicBezTo>
                  <a:cubicBezTo>
                    <a:pt x="1" y="1449"/>
                    <a:pt x="725" y="2266"/>
                    <a:pt x="1611" y="2266"/>
                  </a:cubicBezTo>
                  <a:cubicBezTo>
                    <a:pt x="2505" y="2266"/>
                    <a:pt x="3229" y="1449"/>
                    <a:pt x="3229" y="448"/>
                  </a:cubicBezTo>
                  <a:cubicBezTo>
                    <a:pt x="3229" y="201"/>
                    <a:pt x="3029" y="1"/>
                    <a:pt x="2774" y="1"/>
                  </a:cubicBezTo>
                  <a:cubicBezTo>
                    <a:pt x="2528" y="1"/>
                    <a:pt x="2328" y="201"/>
                    <a:pt x="2328" y="448"/>
                  </a:cubicBezTo>
                  <a:cubicBezTo>
                    <a:pt x="2328" y="956"/>
                    <a:pt x="2012" y="1372"/>
                    <a:pt x="1611" y="1372"/>
                  </a:cubicBezTo>
                  <a:cubicBezTo>
                    <a:pt x="1218" y="1372"/>
                    <a:pt x="894" y="956"/>
                    <a:pt x="894" y="448"/>
                  </a:cubicBezTo>
                  <a:cubicBezTo>
                    <a:pt x="894" y="201"/>
                    <a:pt x="694" y="1"/>
                    <a:pt x="4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1804" name="Google Shape;1804;p43"/>
            <p:cNvSpPr/>
            <p:nvPr/>
          </p:nvSpPr>
          <p:spPr>
            <a:xfrm>
              <a:off x="9664557" y="2784466"/>
              <a:ext cx="103732" cy="72954"/>
            </a:xfrm>
            <a:custGeom>
              <a:avLst/>
              <a:gdLst/>
              <a:ahLst/>
              <a:cxnLst/>
              <a:rect l="l" t="t" r="r" b="b"/>
              <a:pathLst>
                <a:path w="3222" h="2266" extrusionOk="0">
                  <a:moveTo>
                    <a:pt x="448" y="1"/>
                  </a:moveTo>
                  <a:cubicBezTo>
                    <a:pt x="201" y="1"/>
                    <a:pt x="1" y="201"/>
                    <a:pt x="1" y="448"/>
                  </a:cubicBezTo>
                  <a:cubicBezTo>
                    <a:pt x="1" y="1449"/>
                    <a:pt x="725" y="2266"/>
                    <a:pt x="1611" y="2266"/>
                  </a:cubicBezTo>
                  <a:cubicBezTo>
                    <a:pt x="2497" y="2266"/>
                    <a:pt x="3221" y="1449"/>
                    <a:pt x="3221" y="448"/>
                  </a:cubicBezTo>
                  <a:cubicBezTo>
                    <a:pt x="3221" y="201"/>
                    <a:pt x="3021" y="1"/>
                    <a:pt x="2775" y="1"/>
                  </a:cubicBezTo>
                  <a:cubicBezTo>
                    <a:pt x="2528" y="1"/>
                    <a:pt x="2328" y="201"/>
                    <a:pt x="2328" y="448"/>
                  </a:cubicBezTo>
                  <a:cubicBezTo>
                    <a:pt x="2328" y="956"/>
                    <a:pt x="2004" y="1372"/>
                    <a:pt x="1611" y="1372"/>
                  </a:cubicBezTo>
                  <a:cubicBezTo>
                    <a:pt x="1218" y="1372"/>
                    <a:pt x="895" y="956"/>
                    <a:pt x="895" y="448"/>
                  </a:cubicBezTo>
                  <a:cubicBezTo>
                    <a:pt x="895" y="201"/>
                    <a:pt x="694" y="1"/>
                    <a:pt x="4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1805" name="Google Shape;1805;p43"/>
            <p:cNvSpPr/>
            <p:nvPr/>
          </p:nvSpPr>
          <p:spPr>
            <a:xfrm>
              <a:off x="9305871" y="2876705"/>
              <a:ext cx="91080" cy="164098"/>
            </a:xfrm>
            <a:custGeom>
              <a:avLst/>
              <a:gdLst/>
              <a:ahLst/>
              <a:cxnLst/>
              <a:rect l="l" t="t" r="r" b="b"/>
              <a:pathLst>
                <a:path w="2829" h="5097" extrusionOk="0">
                  <a:moveTo>
                    <a:pt x="1414" y="0"/>
                  </a:moveTo>
                  <a:cubicBezTo>
                    <a:pt x="1364" y="0"/>
                    <a:pt x="1314" y="29"/>
                    <a:pt x="1295" y="87"/>
                  </a:cubicBezTo>
                  <a:lnTo>
                    <a:pt x="155" y="3392"/>
                  </a:lnTo>
                  <a:cubicBezTo>
                    <a:pt x="1" y="3893"/>
                    <a:pt x="155" y="4432"/>
                    <a:pt x="555" y="4779"/>
                  </a:cubicBezTo>
                  <a:cubicBezTo>
                    <a:pt x="806" y="4991"/>
                    <a:pt x="1114" y="5097"/>
                    <a:pt x="1421" y="5097"/>
                  </a:cubicBezTo>
                  <a:cubicBezTo>
                    <a:pt x="1728" y="5097"/>
                    <a:pt x="2035" y="4991"/>
                    <a:pt x="2281" y="4779"/>
                  </a:cubicBezTo>
                  <a:cubicBezTo>
                    <a:pt x="2666" y="4432"/>
                    <a:pt x="2828" y="3893"/>
                    <a:pt x="2674" y="3400"/>
                  </a:cubicBezTo>
                  <a:lnTo>
                    <a:pt x="1534" y="87"/>
                  </a:lnTo>
                  <a:cubicBezTo>
                    <a:pt x="1515" y="29"/>
                    <a:pt x="1464" y="0"/>
                    <a:pt x="1414" y="0"/>
                  </a:cubicBezTo>
                  <a:close/>
                </a:path>
              </a:pathLst>
            </a:custGeom>
            <a:solidFill>
              <a:srgbClr val="A4E6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1806" name="Google Shape;1806;p43"/>
            <p:cNvSpPr/>
            <p:nvPr/>
          </p:nvSpPr>
          <p:spPr>
            <a:xfrm>
              <a:off x="9290482" y="2862378"/>
              <a:ext cx="121826" cy="192751"/>
            </a:xfrm>
            <a:custGeom>
              <a:avLst/>
              <a:gdLst/>
              <a:ahLst/>
              <a:cxnLst/>
              <a:rect l="l" t="t" r="r" b="b"/>
              <a:pathLst>
                <a:path w="3784" h="5987" extrusionOk="0">
                  <a:moveTo>
                    <a:pt x="1889" y="1564"/>
                  </a:moveTo>
                  <a:lnTo>
                    <a:pt x="2721" y="3976"/>
                  </a:lnTo>
                  <a:cubicBezTo>
                    <a:pt x="2821" y="4307"/>
                    <a:pt x="2721" y="4662"/>
                    <a:pt x="2459" y="4885"/>
                  </a:cubicBezTo>
                  <a:cubicBezTo>
                    <a:pt x="2301" y="5024"/>
                    <a:pt x="2098" y="5093"/>
                    <a:pt x="1895" y="5093"/>
                  </a:cubicBezTo>
                  <a:cubicBezTo>
                    <a:pt x="1692" y="5093"/>
                    <a:pt x="1488" y="5024"/>
                    <a:pt x="1326" y="4885"/>
                  </a:cubicBezTo>
                  <a:cubicBezTo>
                    <a:pt x="1064" y="4662"/>
                    <a:pt x="956" y="4299"/>
                    <a:pt x="1056" y="3984"/>
                  </a:cubicBezTo>
                  <a:lnTo>
                    <a:pt x="1889" y="1564"/>
                  </a:lnTo>
                  <a:close/>
                  <a:moveTo>
                    <a:pt x="1889" y="0"/>
                  </a:moveTo>
                  <a:cubicBezTo>
                    <a:pt x="1650" y="0"/>
                    <a:pt x="1426" y="154"/>
                    <a:pt x="1349" y="385"/>
                  </a:cubicBezTo>
                  <a:lnTo>
                    <a:pt x="201" y="3706"/>
                  </a:lnTo>
                  <a:cubicBezTo>
                    <a:pt x="1" y="4376"/>
                    <a:pt x="209" y="5108"/>
                    <a:pt x="748" y="5563"/>
                  </a:cubicBezTo>
                  <a:cubicBezTo>
                    <a:pt x="1072" y="5848"/>
                    <a:pt x="1480" y="5987"/>
                    <a:pt x="1896" y="5987"/>
                  </a:cubicBezTo>
                  <a:cubicBezTo>
                    <a:pt x="2305" y="5987"/>
                    <a:pt x="2721" y="5848"/>
                    <a:pt x="3052" y="5563"/>
                  </a:cubicBezTo>
                  <a:cubicBezTo>
                    <a:pt x="3576" y="5101"/>
                    <a:pt x="3784" y="4376"/>
                    <a:pt x="3576" y="3698"/>
                  </a:cubicBezTo>
                  <a:lnTo>
                    <a:pt x="2436" y="385"/>
                  </a:lnTo>
                  <a:cubicBezTo>
                    <a:pt x="2351" y="154"/>
                    <a:pt x="2135" y="0"/>
                    <a:pt x="18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1807" name="Google Shape;1807;p43"/>
            <p:cNvSpPr/>
            <p:nvPr/>
          </p:nvSpPr>
          <p:spPr>
            <a:xfrm>
              <a:off x="9320746" y="2911347"/>
              <a:ext cx="61074" cy="115612"/>
            </a:xfrm>
            <a:custGeom>
              <a:avLst/>
              <a:gdLst/>
              <a:ahLst/>
              <a:cxnLst/>
              <a:rect l="l" t="t" r="r" b="b"/>
              <a:pathLst>
                <a:path w="1897" h="3591" extrusionOk="0">
                  <a:moveTo>
                    <a:pt x="952" y="1"/>
                  </a:moveTo>
                  <a:cubicBezTo>
                    <a:pt x="947" y="1"/>
                    <a:pt x="941" y="5"/>
                    <a:pt x="941" y="12"/>
                  </a:cubicBezTo>
                  <a:lnTo>
                    <a:pt x="109" y="2424"/>
                  </a:lnTo>
                  <a:cubicBezTo>
                    <a:pt x="1" y="2755"/>
                    <a:pt x="109" y="3125"/>
                    <a:pt x="371" y="3349"/>
                  </a:cubicBezTo>
                  <a:lnTo>
                    <a:pt x="425" y="3395"/>
                  </a:lnTo>
                  <a:cubicBezTo>
                    <a:pt x="574" y="3525"/>
                    <a:pt x="761" y="3590"/>
                    <a:pt x="949" y="3590"/>
                  </a:cubicBezTo>
                  <a:cubicBezTo>
                    <a:pt x="1140" y="3590"/>
                    <a:pt x="1333" y="3523"/>
                    <a:pt x="1488" y="3387"/>
                  </a:cubicBezTo>
                  <a:lnTo>
                    <a:pt x="1534" y="3349"/>
                  </a:lnTo>
                  <a:cubicBezTo>
                    <a:pt x="1796" y="3117"/>
                    <a:pt x="1896" y="2755"/>
                    <a:pt x="1796" y="2424"/>
                  </a:cubicBezTo>
                  <a:lnTo>
                    <a:pt x="964" y="12"/>
                  </a:lnTo>
                  <a:cubicBezTo>
                    <a:pt x="964" y="5"/>
                    <a:pt x="958" y="1"/>
                    <a:pt x="952" y="1"/>
                  </a:cubicBezTo>
                  <a:close/>
                </a:path>
              </a:pathLst>
            </a:custGeom>
            <a:solidFill>
              <a:srgbClr val="A4E6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1808" name="Google Shape;1808;p43"/>
            <p:cNvSpPr/>
            <p:nvPr/>
          </p:nvSpPr>
          <p:spPr>
            <a:xfrm>
              <a:off x="9320746" y="2911347"/>
              <a:ext cx="61074" cy="115612"/>
            </a:xfrm>
            <a:custGeom>
              <a:avLst/>
              <a:gdLst/>
              <a:ahLst/>
              <a:cxnLst/>
              <a:rect l="l" t="t" r="r" b="b"/>
              <a:pathLst>
                <a:path w="1897" h="3591" extrusionOk="0">
                  <a:moveTo>
                    <a:pt x="952" y="1"/>
                  </a:moveTo>
                  <a:cubicBezTo>
                    <a:pt x="947" y="1"/>
                    <a:pt x="941" y="5"/>
                    <a:pt x="941" y="12"/>
                  </a:cubicBezTo>
                  <a:lnTo>
                    <a:pt x="109" y="2424"/>
                  </a:lnTo>
                  <a:cubicBezTo>
                    <a:pt x="1" y="2755"/>
                    <a:pt x="109" y="3125"/>
                    <a:pt x="371" y="3349"/>
                  </a:cubicBezTo>
                  <a:lnTo>
                    <a:pt x="425" y="3395"/>
                  </a:lnTo>
                  <a:cubicBezTo>
                    <a:pt x="574" y="3525"/>
                    <a:pt x="761" y="3590"/>
                    <a:pt x="949" y="3590"/>
                  </a:cubicBezTo>
                  <a:cubicBezTo>
                    <a:pt x="1140" y="3590"/>
                    <a:pt x="1333" y="3523"/>
                    <a:pt x="1488" y="3387"/>
                  </a:cubicBezTo>
                  <a:lnTo>
                    <a:pt x="1534" y="3349"/>
                  </a:lnTo>
                  <a:cubicBezTo>
                    <a:pt x="1796" y="3117"/>
                    <a:pt x="1896" y="2755"/>
                    <a:pt x="1796" y="2424"/>
                  </a:cubicBezTo>
                  <a:lnTo>
                    <a:pt x="964" y="12"/>
                  </a:lnTo>
                  <a:cubicBezTo>
                    <a:pt x="964" y="5"/>
                    <a:pt x="958" y="1"/>
                    <a:pt x="95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1809" name="Google Shape;1809;p43"/>
            <p:cNvSpPr/>
            <p:nvPr/>
          </p:nvSpPr>
          <p:spPr>
            <a:xfrm>
              <a:off x="9330436" y="2991867"/>
              <a:ext cx="17643" cy="17643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278" y="0"/>
                  </a:moveTo>
                  <a:cubicBezTo>
                    <a:pt x="124" y="0"/>
                    <a:pt x="0" y="116"/>
                    <a:pt x="0" y="270"/>
                  </a:cubicBezTo>
                  <a:cubicBezTo>
                    <a:pt x="0" y="424"/>
                    <a:pt x="124" y="547"/>
                    <a:pt x="278" y="547"/>
                  </a:cubicBezTo>
                  <a:cubicBezTo>
                    <a:pt x="424" y="547"/>
                    <a:pt x="547" y="424"/>
                    <a:pt x="547" y="270"/>
                  </a:cubicBezTo>
                  <a:cubicBezTo>
                    <a:pt x="547" y="116"/>
                    <a:pt x="424" y="0"/>
                    <a:pt x="27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1810" name="Google Shape;1810;p43"/>
            <p:cNvSpPr/>
            <p:nvPr/>
          </p:nvSpPr>
          <p:spPr>
            <a:xfrm>
              <a:off x="9716166" y="2876705"/>
              <a:ext cx="90822" cy="164098"/>
            </a:xfrm>
            <a:custGeom>
              <a:avLst/>
              <a:gdLst/>
              <a:ahLst/>
              <a:cxnLst/>
              <a:rect l="l" t="t" r="r" b="b"/>
              <a:pathLst>
                <a:path w="2821" h="5097" extrusionOk="0">
                  <a:moveTo>
                    <a:pt x="1414" y="0"/>
                  </a:moveTo>
                  <a:cubicBezTo>
                    <a:pt x="1364" y="0"/>
                    <a:pt x="1314" y="29"/>
                    <a:pt x="1295" y="87"/>
                  </a:cubicBezTo>
                  <a:lnTo>
                    <a:pt x="154" y="3392"/>
                  </a:lnTo>
                  <a:cubicBezTo>
                    <a:pt x="0" y="3893"/>
                    <a:pt x="154" y="4432"/>
                    <a:pt x="555" y="4779"/>
                  </a:cubicBezTo>
                  <a:cubicBezTo>
                    <a:pt x="802" y="4991"/>
                    <a:pt x="1108" y="5097"/>
                    <a:pt x="1414" y="5097"/>
                  </a:cubicBezTo>
                  <a:cubicBezTo>
                    <a:pt x="1720" y="5097"/>
                    <a:pt x="2027" y="4991"/>
                    <a:pt x="2273" y="4779"/>
                  </a:cubicBezTo>
                  <a:cubicBezTo>
                    <a:pt x="2666" y="4432"/>
                    <a:pt x="2820" y="3893"/>
                    <a:pt x="2674" y="3400"/>
                  </a:cubicBezTo>
                  <a:lnTo>
                    <a:pt x="1534" y="87"/>
                  </a:lnTo>
                  <a:cubicBezTo>
                    <a:pt x="1514" y="29"/>
                    <a:pt x="1464" y="0"/>
                    <a:pt x="1414" y="0"/>
                  </a:cubicBezTo>
                  <a:close/>
                </a:path>
              </a:pathLst>
            </a:custGeom>
            <a:solidFill>
              <a:srgbClr val="A4E6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1811" name="Google Shape;1811;p43"/>
            <p:cNvSpPr/>
            <p:nvPr/>
          </p:nvSpPr>
          <p:spPr>
            <a:xfrm>
              <a:off x="9700519" y="2862378"/>
              <a:ext cx="122083" cy="192751"/>
            </a:xfrm>
            <a:custGeom>
              <a:avLst/>
              <a:gdLst/>
              <a:ahLst/>
              <a:cxnLst/>
              <a:rect l="l" t="t" r="r" b="b"/>
              <a:pathLst>
                <a:path w="3792" h="5987" extrusionOk="0">
                  <a:moveTo>
                    <a:pt x="1896" y="1564"/>
                  </a:moveTo>
                  <a:lnTo>
                    <a:pt x="2728" y="3976"/>
                  </a:lnTo>
                  <a:cubicBezTo>
                    <a:pt x="2829" y="4307"/>
                    <a:pt x="2728" y="4662"/>
                    <a:pt x="2467" y="4885"/>
                  </a:cubicBezTo>
                  <a:cubicBezTo>
                    <a:pt x="2305" y="5024"/>
                    <a:pt x="2102" y="5093"/>
                    <a:pt x="1899" y="5093"/>
                  </a:cubicBezTo>
                  <a:cubicBezTo>
                    <a:pt x="1696" y="5093"/>
                    <a:pt x="1492" y="5024"/>
                    <a:pt x="1326" y="4885"/>
                  </a:cubicBezTo>
                  <a:cubicBezTo>
                    <a:pt x="1064" y="4662"/>
                    <a:pt x="964" y="4299"/>
                    <a:pt x="1057" y="3984"/>
                  </a:cubicBezTo>
                  <a:lnTo>
                    <a:pt x="1896" y="1564"/>
                  </a:lnTo>
                  <a:close/>
                  <a:moveTo>
                    <a:pt x="1896" y="0"/>
                  </a:moveTo>
                  <a:cubicBezTo>
                    <a:pt x="1650" y="0"/>
                    <a:pt x="1434" y="154"/>
                    <a:pt x="1357" y="385"/>
                  </a:cubicBezTo>
                  <a:lnTo>
                    <a:pt x="209" y="3706"/>
                  </a:lnTo>
                  <a:cubicBezTo>
                    <a:pt x="1" y="4376"/>
                    <a:pt x="217" y="5108"/>
                    <a:pt x="748" y="5563"/>
                  </a:cubicBezTo>
                  <a:cubicBezTo>
                    <a:pt x="1080" y="5848"/>
                    <a:pt x="1488" y="5987"/>
                    <a:pt x="1896" y="5987"/>
                  </a:cubicBezTo>
                  <a:cubicBezTo>
                    <a:pt x="2312" y="5987"/>
                    <a:pt x="2728" y="5848"/>
                    <a:pt x="3060" y="5563"/>
                  </a:cubicBezTo>
                  <a:cubicBezTo>
                    <a:pt x="3584" y="5101"/>
                    <a:pt x="3792" y="4376"/>
                    <a:pt x="3584" y="3698"/>
                  </a:cubicBezTo>
                  <a:lnTo>
                    <a:pt x="2443" y="385"/>
                  </a:lnTo>
                  <a:cubicBezTo>
                    <a:pt x="2359" y="154"/>
                    <a:pt x="2143" y="0"/>
                    <a:pt x="189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1812" name="Google Shape;1812;p43"/>
            <p:cNvSpPr/>
            <p:nvPr/>
          </p:nvSpPr>
          <p:spPr>
            <a:xfrm>
              <a:off x="9731040" y="2911347"/>
              <a:ext cx="61074" cy="115612"/>
            </a:xfrm>
            <a:custGeom>
              <a:avLst/>
              <a:gdLst/>
              <a:ahLst/>
              <a:cxnLst/>
              <a:rect l="l" t="t" r="r" b="b"/>
              <a:pathLst>
                <a:path w="1897" h="3591" extrusionOk="0">
                  <a:moveTo>
                    <a:pt x="948" y="1"/>
                  </a:moveTo>
                  <a:cubicBezTo>
                    <a:pt x="943" y="1"/>
                    <a:pt x="937" y="5"/>
                    <a:pt x="933" y="12"/>
                  </a:cubicBezTo>
                  <a:lnTo>
                    <a:pt x="101" y="2424"/>
                  </a:lnTo>
                  <a:cubicBezTo>
                    <a:pt x="1" y="2755"/>
                    <a:pt x="109" y="3125"/>
                    <a:pt x="370" y="3349"/>
                  </a:cubicBezTo>
                  <a:lnTo>
                    <a:pt x="424" y="3395"/>
                  </a:lnTo>
                  <a:cubicBezTo>
                    <a:pt x="574" y="3525"/>
                    <a:pt x="761" y="3590"/>
                    <a:pt x="949" y="3590"/>
                  </a:cubicBezTo>
                  <a:cubicBezTo>
                    <a:pt x="1140" y="3590"/>
                    <a:pt x="1332" y="3523"/>
                    <a:pt x="1488" y="3387"/>
                  </a:cubicBezTo>
                  <a:lnTo>
                    <a:pt x="1526" y="3349"/>
                  </a:lnTo>
                  <a:cubicBezTo>
                    <a:pt x="1796" y="3117"/>
                    <a:pt x="1896" y="2755"/>
                    <a:pt x="1796" y="2424"/>
                  </a:cubicBezTo>
                  <a:lnTo>
                    <a:pt x="964" y="12"/>
                  </a:lnTo>
                  <a:cubicBezTo>
                    <a:pt x="960" y="5"/>
                    <a:pt x="954" y="1"/>
                    <a:pt x="948" y="1"/>
                  </a:cubicBezTo>
                  <a:close/>
                </a:path>
              </a:pathLst>
            </a:custGeom>
            <a:solidFill>
              <a:srgbClr val="A4E6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1813" name="Google Shape;1813;p43"/>
            <p:cNvSpPr/>
            <p:nvPr/>
          </p:nvSpPr>
          <p:spPr>
            <a:xfrm>
              <a:off x="9731040" y="2911347"/>
              <a:ext cx="61074" cy="115612"/>
            </a:xfrm>
            <a:custGeom>
              <a:avLst/>
              <a:gdLst/>
              <a:ahLst/>
              <a:cxnLst/>
              <a:rect l="l" t="t" r="r" b="b"/>
              <a:pathLst>
                <a:path w="1897" h="3591" extrusionOk="0">
                  <a:moveTo>
                    <a:pt x="948" y="1"/>
                  </a:moveTo>
                  <a:cubicBezTo>
                    <a:pt x="943" y="1"/>
                    <a:pt x="937" y="5"/>
                    <a:pt x="933" y="12"/>
                  </a:cubicBezTo>
                  <a:lnTo>
                    <a:pt x="101" y="2424"/>
                  </a:lnTo>
                  <a:cubicBezTo>
                    <a:pt x="1" y="2755"/>
                    <a:pt x="109" y="3125"/>
                    <a:pt x="370" y="3349"/>
                  </a:cubicBezTo>
                  <a:lnTo>
                    <a:pt x="424" y="3395"/>
                  </a:lnTo>
                  <a:cubicBezTo>
                    <a:pt x="574" y="3525"/>
                    <a:pt x="761" y="3590"/>
                    <a:pt x="949" y="3590"/>
                  </a:cubicBezTo>
                  <a:cubicBezTo>
                    <a:pt x="1140" y="3590"/>
                    <a:pt x="1332" y="3523"/>
                    <a:pt x="1488" y="3387"/>
                  </a:cubicBezTo>
                  <a:lnTo>
                    <a:pt x="1526" y="3349"/>
                  </a:lnTo>
                  <a:cubicBezTo>
                    <a:pt x="1796" y="3117"/>
                    <a:pt x="1896" y="2755"/>
                    <a:pt x="1796" y="2424"/>
                  </a:cubicBezTo>
                  <a:lnTo>
                    <a:pt x="964" y="12"/>
                  </a:lnTo>
                  <a:cubicBezTo>
                    <a:pt x="960" y="5"/>
                    <a:pt x="954" y="1"/>
                    <a:pt x="94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  <p:sp>
          <p:nvSpPr>
            <p:cNvPr id="1814" name="Google Shape;1814;p43"/>
            <p:cNvSpPr/>
            <p:nvPr/>
          </p:nvSpPr>
          <p:spPr>
            <a:xfrm>
              <a:off x="9740731" y="2991867"/>
              <a:ext cx="17643" cy="17643"/>
            </a:xfrm>
            <a:custGeom>
              <a:avLst/>
              <a:gdLst/>
              <a:ahLst/>
              <a:cxnLst/>
              <a:rect l="l" t="t" r="r" b="b"/>
              <a:pathLst>
                <a:path w="548" h="548" extrusionOk="0">
                  <a:moveTo>
                    <a:pt x="278" y="0"/>
                  </a:moveTo>
                  <a:cubicBezTo>
                    <a:pt x="123" y="0"/>
                    <a:pt x="0" y="116"/>
                    <a:pt x="0" y="270"/>
                  </a:cubicBezTo>
                  <a:cubicBezTo>
                    <a:pt x="0" y="424"/>
                    <a:pt x="123" y="547"/>
                    <a:pt x="278" y="547"/>
                  </a:cubicBezTo>
                  <a:cubicBezTo>
                    <a:pt x="424" y="547"/>
                    <a:pt x="547" y="424"/>
                    <a:pt x="547" y="270"/>
                  </a:cubicBezTo>
                  <a:cubicBezTo>
                    <a:pt x="547" y="116"/>
                    <a:pt x="424" y="0"/>
                    <a:pt x="27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AD86448-4C51-CB48-1DF6-AA33D4E18D01}"/>
              </a:ext>
            </a:extLst>
          </p:cNvPr>
          <p:cNvSpPr txBox="1"/>
          <p:nvPr/>
        </p:nvSpPr>
        <p:spPr>
          <a:xfrm>
            <a:off x="141514" y="6153149"/>
            <a:ext cx="6596742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latin typeface="Calibri"/>
                <a:ea typeface="+mn-lt"/>
                <a:cs typeface="+mn-lt"/>
              </a:rPr>
              <a:t>Anastasiia M., Artiom M., Maria S., Nikita O., Alex M.</a:t>
            </a:r>
          </a:p>
          <a:p>
            <a:r>
              <a:rPr lang="en-US" sz="1400" dirty="0">
                <a:latin typeface="Calibri"/>
                <a:ea typeface="+mn-lt"/>
                <a:cs typeface="+mn-lt"/>
              </a:rPr>
              <a:t>Block D, Year 2</a:t>
            </a:r>
          </a:p>
          <a:p>
            <a:pPr algn="l"/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Emotion Recognition MLOps Platform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29</cp:revision>
  <dcterms:created xsi:type="dcterms:W3CDTF">2025-06-26T20:46:32Z</dcterms:created>
  <dcterms:modified xsi:type="dcterms:W3CDTF">2025-06-26T20:52:00Z</dcterms:modified>
</cp:coreProperties>
</file>